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22928386074fa9" /><Relationship Type="http://schemas.openxmlformats.org/officeDocument/2006/relationships/extended-properties" Target="/docProps/app.xml" Id="R478dd15918b24417" /><Relationship Type="http://schemas.openxmlformats.org/officeDocument/2006/relationships/officeDocument" Target="/ppt/presentation.xml" Id="Rc51df22d6bea4618" /></Relationships>
</file>

<file path=ppt/presentation.xml><?xml version="1.0" encoding="utf-8"?>
<p:presentation xmlns:p="http://schemas.openxmlformats.org/presentationml/2006/main">
  <p:sldMasterIdLst>
    <p:sldMasterId xmlns:r="http://schemas.openxmlformats.org/officeDocument/2006/relationships" id="2147483648" r:id="R57629562c4ad410d"/>
  </p:sldMasterIdLst>
  <p:notesMasterIdLst>
    <p:notesMasterId xmlns:r="http://schemas.openxmlformats.org/officeDocument/2006/relationships" r:id="Rab6a174d2807414f"/>
  </p:notesMasterIdLst>
  <p:sldIdLst>
    <p:sldId xmlns:r="http://schemas.openxmlformats.org/officeDocument/2006/relationships" id="256" r:id="Rd72f7074ebbd4bbf"/>
    <p:sldId xmlns:r="http://schemas.openxmlformats.org/officeDocument/2006/relationships" id="257" r:id="R204e2554f477433e"/>
    <p:sldId xmlns:r="http://schemas.openxmlformats.org/officeDocument/2006/relationships" id="258" r:id="Rb7decdc9dcc7469c"/>
    <p:sldId xmlns:r="http://schemas.openxmlformats.org/officeDocument/2006/relationships" id="259" r:id="R4beb3edc53bc4539"/>
    <p:sldId xmlns:r="http://schemas.openxmlformats.org/officeDocument/2006/relationships" id="260" r:id="R45f0637748bb4e45"/>
    <p:sldId xmlns:r="http://schemas.openxmlformats.org/officeDocument/2006/relationships" id="261" r:id="R8946640b913e4ce5"/>
    <p:sldId xmlns:r="http://schemas.openxmlformats.org/officeDocument/2006/relationships" id="262" r:id="R5b30b5fc55a945a1"/>
    <p:sldId xmlns:r="http://schemas.openxmlformats.org/officeDocument/2006/relationships" id="263" r:id="R1f315a25314d46e5"/>
    <p:sldId xmlns:r="http://schemas.openxmlformats.org/officeDocument/2006/relationships" id="264" r:id="Rbf2b2484e42c4eff"/>
    <p:sldId xmlns:r="http://schemas.openxmlformats.org/officeDocument/2006/relationships" id="265" r:id="Ra58c4b13e4ed439e"/>
    <p:sldId xmlns:r="http://schemas.openxmlformats.org/officeDocument/2006/relationships" id="266" r:id="Rc54cb934cb8c43e3"/>
    <p:sldId xmlns:r="http://schemas.openxmlformats.org/officeDocument/2006/relationships" id="267" r:id="R24ef4d2c87b549c6"/>
    <p:sldId xmlns:r="http://schemas.openxmlformats.org/officeDocument/2006/relationships" id="268" r:id="R6d6047f94e6a4fe4"/>
    <p:sldId xmlns:r="http://schemas.openxmlformats.org/officeDocument/2006/relationships" id="269" r:id="Rc3a3ed787db34f95"/>
    <p:sldId xmlns:r="http://schemas.openxmlformats.org/officeDocument/2006/relationships" id="270" r:id="Ra05a552732724f24"/>
    <p:sldId xmlns:r="http://schemas.openxmlformats.org/officeDocument/2006/relationships" id="271" r:id="Rbeb7aab929e84014"/>
    <p:sldId xmlns:r="http://schemas.openxmlformats.org/officeDocument/2006/relationships" id="272" r:id="Rdf221c5bc92c45f0"/>
    <p:sldId xmlns:r="http://schemas.openxmlformats.org/officeDocument/2006/relationships" id="273" r:id="R6cbaf33da4c64c60"/>
    <p:sldId xmlns:r="http://schemas.openxmlformats.org/officeDocument/2006/relationships" id="274" r:id="R2316251e6b9f49de"/>
    <p:sldId xmlns:r="http://schemas.openxmlformats.org/officeDocument/2006/relationships" id="275" r:id="R55b8aea2b2a24c57"/>
    <p:sldId xmlns:r="http://schemas.openxmlformats.org/officeDocument/2006/relationships" id="276" r:id="Rba856e271d2749dc"/>
    <p:sldId xmlns:r="http://schemas.openxmlformats.org/officeDocument/2006/relationships" id="277" r:id="R61241954e32046e3"/>
    <p:sldId xmlns:r="http://schemas.openxmlformats.org/officeDocument/2006/relationships" id="278" r:id="R5317185090ec4d4e"/>
    <p:sldId xmlns:r="http://schemas.openxmlformats.org/officeDocument/2006/relationships" id="279" r:id="Rb3585af02c014080"/>
    <p:sldId xmlns:r="http://schemas.openxmlformats.org/officeDocument/2006/relationships" id="280" r:id="Rb6676b006a194743"/>
    <p:sldId xmlns:r="http://schemas.openxmlformats.org/officeDocument/2006/relationships" id="281" r:id="R19c5433e797b493f"/>
    <p:sldId xmlns:r="http://schemas.openxmlformats.org/officeDocument/2006/relationships" id="282" r:id="Rd3be798afd424de6"/>
    <p:sldId xmlns:r="http://schemas.openxmlformats.org/officeDocument/2006/relationships" id="283" r:id="R094b480108eb44c8"/>
    <p:sldId xmlns:r="http://schemas.openxmlformats.org/officeDocument/2006/relationships" id="284" r:id="Rdddccd2ce0c34971"/>
    <p:sldId xmlns:r="http://schemas.openxmlformats.org/officeDocument/2006/relationships" id="285" r:id="R68a4a5d688924a41"/>
    <p:sldId xmlns:r="http://schemas.openxmlformats.org/officeDocument/2006/relationships" id="286" r:id="R5cbebc7ea0604d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64336626574215" /><Relationship Type="http://schemas.openxmlformats.org/officeDocument/2006/relationships/slideMaster" Target="/ppt/slideMasters/slideMaster1.xml" Id="R57629562c4ad410d" /><Relationship Type="http://schemas.openxmlformats.org/officeDocument/2006/relationships/notesMaster" Target="/ppt/notesMasters/notesMaster1.xml" Id="Rab6a174d2807414f" /><Relationship Type="http://schemas.openxmlformats.org/officeDocument/2006/relationships/presProps" Target="/ppt/presProps.xml" Id="Rbb21d5221bea4f5c" /><Relationship Type="http://schemas.openxmlformats.org/officeDocument/2006/relationships/tableStyles" Target="/ppt/tableStyles.xml" Id="Recd21d93eab547e3" /><Relationship Type="http://schemas.openxmlformats.org/officeDocument/2006/relationships/slide" Target="/ppt/slides/slide1.xml" Id="Rd72f7074ebbd4bbf" /><Relationship Type="http://schemas.openxmlformats.org/officeDocument/2006/relationships/slide" Target="/ppt/slides/slide2.xml" Id="R204e2554f477433e" /><Relationship Type="http://schemas.openxmlformats.org/officeDocument/2006/relationships/slide" Target="/ppt/slides/slide3.xml" Id="Rb7decdc9dcc7469c" /><Relationship Type="http://schemas.openxmlformats.org/officeDocument/2006/relationships/slide" Target="/ppt/slides/slide4.xml" Id="R4beb3edc53bc4539" /><Relationship Type="http://schemas.openxmlformats.org/officeDocument/2006/relationships/slide" Target="/ppt/slides/slide5.xml" Id="R45f0637748bb4e45" /><Relationship Type="http://schemas.openxmlformats.org/officeDocument/2006/relationships/slide" Target="/ppt/slides/slide6.xml" Id="R8946640b913e4ce5" /><Relationship Type="http://schemas.openxmlformats.org/officeDocument/2006/relationships/slide" Target="/ppt/slides/slide7.xml" Id="R5b30b5fc55a945a1" /><Relationship Type="http://schemas.openxmlformats.org/officeDocument/2006/relationships/slide" Target="/ppt/slides/slide8.xml" Id="R1f315a25314d46e5" /><Relationship Type="http://schemas.openxmlformats.org/officeDocument/2006/relationships/slide" Target="/ppt/slides/slide9.xml" Id="Rbf2b2484e42c4eff" /><Relationship Type="http://schemas.openxmlformats.org/officeDocument/2006/relationships/slide" Target="/ppt/slides/slide10.xml" Id="Ra58c4b13e4ed439e" /><Relationship Type="http://schemas.openxmlformats.org/officeDocument/2006/relationships/slide" Target="/ppt/slides/slide11.xml" Id="Rc54cb934cb8c43e3" /><Relationship Type="http://schemas.openxmlformats.org/officeDocument/2006/relationships/slide" Target="/ppt/slides/slide12.xml" Id="R24ef4d2c87b549c6" /><Relationship Type="http://schemas.openxmlformats.org/officeDocument/2006/relationships/slide" Target="/ppt/slides/slide13.xml" Id="R6d6047f94e6a4fe4" /><Relationship Type="http://schemas.openxmlformats.org/officeDocument/2006/relationships/slide" Target="/ppt/slides/slide14.xml" Id="Rc3a3ed787db34f95" /><Relationship Type="http://schemas.openxmlformats.org/officeDocument/2006/relationships/slide" Target="/ppt/slides/slide15.xml" Id="Ra05a552732724f24" /><Relationship Type="http://schemas.openxmlformats.org/officeDocument/2006/relationships/slide" Target="/ppt/slides/slide16.xml" Id="Rbeb7aab929e84014" /><Relationship Type="http://schemas.openxmlformats.org/officeDocument/2006/relationships/slide" Target="/ppt/slides/slide17.xml" Id="Rdf221c5bc92c45f0" /><Relationship Type="http://schemas.openxmlformats.org/officeDocument/2006/relationships/slide" Target="/ppt/slides/slide18.xml" Id="R6cbaf33da4c64c60" /><Relationship Type="http://schemas.openxmlformats.org/officeDocument/2006/relationships/slide" Target="/ppt/slides/slide19.xml" Id="R2316251e6b9f49de" /><Relationship Type="http://schemas.openxmlformats.org/officeDocument/2006/relationships/slide" Target="/ppt/slides/slide20.xml" Id="R55b8aea2b2a24c57" /><Relationship Type="http://schemas.openxmlformats.org/officeDocument/2006/relationships/slide" Target="/ppt/slides/slide21.xml" Id="Rba856e271d2749dc" /><Relationship Type="http://schemas.openxmlformats.org/officeDocument/2006/relationships/slide" Target="/ppt/slides/slide22.xml" Id="R61241954e32046e3" /><Relationship Type="http://schemas.openxmlformats.org/officeDocument/2006/relationships/slide" Target="/ppt/slides/slide23.xml" Id="R5317185090ec4d4e" /><Relationship Type="http://schemas.openxmlformats.org/officeDocument/2006/relationships/slide" Target="/ppt/slides/slide24.xml" Id="Rb3585af02c014080" /><Relationship Type="http://schemas.openxmlformats.org/officeDocument/2006/relationships/slide" Target="/ppt/slides/slide25.xml" Id="Rb6676b006a194743" /><Relationship Type="http://schemas.openxmlformats.org/officeDocument/2006/relationships/slide" Target="/ppt/slides/slide26.xml" Id="R19c5433e797b493f" /><Relationship Type="http://schemas.openxmlformats.org/officeDocument/2006/relationships/slide" Target="/ppt/slides/slide27.xml" Id="Rd3be798afd424de6" /><Relationship Type="http://schemas.openxmlformats.org/officeDocument/2006/relationships/slide" Target="/ppt/slides/slide28.xml" Id="R094b480108eb44c8" /><Relationship Type="http://schemas.openxmlformats.org/officeDocument/2006/relationships/slide" Target="/ppt/slides/slide29.xml" Id="Rdddccd2ce0c34971" /><Relationship Type="http://schemas.openxmlformats.org/officeDocument/2006/relationships/slide" Target="/ppt/slides/slide30.xml" Id="R68a4a5d688924a41" /><Relationship Type="http://schemas.openxmlformats.org/officeDocument/2006/relationships/slide" Target="/ppt/slides/slide31.xml" Id="R5cbebc7ea0604d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a0c63545604a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4da1e04a0e49e2" /><Relationship Type="http://schemas.openxmlformats.org/officeDocument/2006/relationships/notesMaster" Target="/ppt/notesMasters/notesMaster1.xml" Id="R1f783302466e4f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9111fb997944f5" /><Relationship Type="http://schemas.openxmlformats.org/officeDocument/2006/relationships/notesMaster" Target="/ppt/notesMasters/notesMaster1.xml" Id="Rff29897e6d4245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f2c00a6926458b" /><Relationship Type="http://schemas.openxmlformats.org/officeDocument/2006/relationships/notesMaster" Target="/ppt/notesMasters/notesMaster1.xml" Id="R1cd0e62c6ff14a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d50b289c734c80" /><Relationship Type="http://schemas.openxmlformats.org/officeDocument/2006/relationships/notesMaster" Target="/ppt/notesMasters/notesMaster1.xml" Id="Ref8465c91e6c44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8fa7fd39cb45d7" /><Relationship Type="http://schemas.openxmlformats.org/officeDocument/2006/relationships/notesMaster" Target="/ppt/notesMasters/notesMaster1.xml" Id="R6fb194439c7a42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433f2e1eba4edf" /><Relationship Type="http://schemas.openxmlformats.org/officeDocument/2006/relationships/notesMaster" Target="/ppt/notesMasters/notesMaster1.xml" Id="Ra5d0712b510c4e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6614e024464dfb" /><Relationship Type="http://schemas.openxmlformats.org/officeDocument/2006/relationships/notesMaster" Target="/ppt/notesMasters/notesMaster1.xml" Id="Rbb89ee4765704b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f2feea251f4e9b" /><Relationship Type="http://schemas.openxmlformats.org/officeDocument/2006/relationships/notesMaster" Target="/ppt/notesMasters/notesMaster1.xml" Id="R748a6bebd32141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1807742e8b495b" /><Relationship Type="http://schemas.openxmlformats.org/officeDocument/2006/relationships/notesMaster" Target="/ppt/notesMasters/notesMaster1.xml" Id="Rb30d78aa863146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947622cff449bb" /><Relationship Type="http://schemas.openxmlformats.org/officeDocument/2006/relationships/notesMaster" Target="/ppt/notesMasters/notesMaster1.xml" Id="Ra5271dcf141347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2d66c3222146bf" /><Relationship Type="http://schemas.openxmlformats.org/officeDocument/2006/relationships/notesMaster" Target="/ppt/notesMasters/notesMaster1.xml" Id="Rb11ef8b2aaf440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3865378e48460a" /><Relationship Type="http://schemas.openxmlformats.org/officeDocument/2006/relationships/notesMaster" Target="/ppt/notesMasters/notesMaster1.xml" Id="Reab0bdc381a945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47ca89e22e4c5d" /><Relationship Type="http://schemas.openxmlformats.org/officeDocument/2006/relationships/notesMaster" Target="/ppt/notesMasters/notesMaster1.xml" Id="R91b55a40b0f546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935637c6f84c21" /><Relationship Type="http://schemas.openxmlformats.org/officeDocument/2006/relationships/notesMaster" Target="/ppt/notesMasters/notesMaster1.xml" Id="R808a09b53bd447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e91e4d0a3149f0" /><Relationship Type="http://schemas.openxmlformats.org/officeDocument/2006/relationships/notesMaster" Target="/ppt/notesMasters/notesMaster1.xml" Id="R323eea08b4aa4f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8ee39d8dab4f32" /><Relationship Type="http://schemas.openxmlformats.org/officeDocument/2006/relationships/notesMaster" Target="/ppt/notesMasters/notesMaster1.xml" Id="Rbc83673e077647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c9a095d3904a72" /><Relationship Type="http://schemas.openxmlformats.org/officeDocument/2006/relationships/notesMaster" Target="/ppt/notesMasters/notesMaster1.xml" Id="R039403eaab5441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d0a7e4b9ef4a7b" /><Relationship Type="http://schemas.openxmlformats.org/officeDocument/2006/relationships/notesMaster" Target="/ppt/notesMasters/notesMaster1.xml" Id="Rbf28ddf403eb484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4d56aa0bdf43e0" /><Relationship Type="http://schemas.openxmlformats.org/officeDocument/2006/relationships/notesMaster" Target="/ppt/notesMasters/notesMaster1.xml" Id="Rca68daa0fa9f49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bbe3805b834edf" /><Relationship Type="http://schemas.openxmlformats.org/officeDocument/2006/relationships/notesMaster" Target="/ppt/notesMasters/notesMaster1.xml" Id="R6d85ad394072419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53c64f3392416d" /><Relationship Type="http://schemas.openxmlformats.org/officeDocument/2006/relationships/notesMaster" Target="/ppt/notesMasters/notesMaster1.xml" Id="Rb10be356ee3f4d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caa1653f6c42f8" /><Relationship Type="http://schemas.openxmlformats.org/officeDocument/2006/relationships/notesMaster" Target="/ppt/notesMasters/notesMaster1.xml" Id="R2a894e16de9448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ad56634c544a11" /><Relationship Type="http://schemas.openxmlformats.org/officeDocument/2006/relationships/notesMaster" Target="/ppt/notesMasters/notesMaster1.xml" Id="Rf1f3ee4cb23f45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36527300cb4e64" /><Relationship Type="http://schemas.openxmlformats.org/officeDocument/2006/relationships/notesMaster" Target="/ppt/notesMasters/notesMaster1.xml" Id="R78c23499e4e64c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e20d92e5054e98" /><Relationship Type="http://schemas.openxmlformats.org/officeDocument/2006/relationships/notesMaster" Target="/ppt/notesMasters/notesMaster1.xml" Id="R565b0a3d601548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1bfe5143144213" /><Relationship Type="http://schemas.openxmlformats.org/officeDocument/2006/relationships/notesMaster" Target="/ppt/notesMasters/notesMaster1.xml" Id="Rdfa7d860ed8b4c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cfe2d118714f04" /><Relationship Type="http://schemas.openxmlformats.org/officeDocument/2006/relationships/notesMaster" Target="/ppt/notesMasters/notesMaster1.xml" Id="R2d20b772074649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464569489946dc" /><Relationship Type="http://schemas.openxmlformats.org/officeDocument/2006/relationships/notesMaster" Target="/ppt/notesMasters/notesMaster1.xml" Id="R8e366839a7ba449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3bf17b805a42f8" /><Relationship Type="http://schemas.openxmlformats.org/officeDocument/2006/relationships/notesMaster" Target="/ppt/notesMasters/notesMaster1.xml" Id="R39d30d309a564eb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92651583cd5494b" /><Relationship Type="http://schemas.openxmlformats.org/officeDocument/2006/relationships/notesMaster" Target="/ppt/notesMasters/notesMaster1.xml" Id="R47b58957575543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f3d5378e1084b16" /><Relationship Type="http://schemas.openxmlformats.org/officeDocument/2006/relationships/notesMaster" Target="/ppt/notesMasters/notesMaster1.xml" Id="R67bb8d88618e45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【進行】0:00–1:00（1分）</a:t>
            </a:r>
          </a:p>
          <a:p xmlns:a="http://schemas.openxmlformats.org/drawingml/2006/main">
            <a:r>
              <a:t/>
            </a:r>
          </a:p>
          <a:p xmlns:a="http://schemas.openxmlformats.org/drawingml/2006/main">
            <a:r>
              <a:t>今日は、AIで作ったアプリが扱うデータの意味を、自分で説明できるようになることが目標です。SQLを書けることは前提にしません。</a:t>
            </a:r>
          </a:p>
          <a:p xmlns:a="http://schemas.openxmlformats.org/drawingml/2006/main">
            <a:r>
              <a:t>「真面目に」は、業務の意味と守る条件を言葉にして、具体例で確かめることです。AI開発の品質全体が低下したという統計的主張はしません。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【進行】1:00–2:00（1分）</a:t>
            </a:r>
          </a:p>
          <a:p xmlns:a="http://schemas.openxmlformats.org/drawingml/2006/main">
            <a:r>
              <a:t/>
            </a:r>
          </a:p>
          <a:p xmlns:a="http://schemas.openxmlformats.org/drawingml/2006/main">
            <a:r>
              <a:t>3つの到達目標を示します。テーブルの正解を暗記することがゴールではありません。自分のアプリへ持ち帰れる問いと、AIへの依頼手順を学びます。</a:t>
            </a:r>
          </a:p>
          <a:p xmlns:a="http://schemas.openxmlformats.org/drawingml/2006/main">
            <a:r>
              <a:t>題材は全編セミナー申込アプリ。紙やメモでも演習できます。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【進行】2:00–5:00（3分）</a:t>
            </a:r>
          </a:p>
          <a:p xmlns:a="http://schemas.openxmlformats.org/drawingml/2006/main">
            <a:r>
              <a:t/>
            </a:r>
          </a:p>
          <a:p xmlns:a="http://schemas.openxmlformats.org/drawingml/2006/main">
            <a:r>
              <a:t>AIに申込アプリを作ってと頼み、フォームと一覧ができたとします。この表は学習用に用意した未設計の保存例で、AIが必ず生成するものではありません。</a:t>
            </a:r>
          </a:p>
          <a:p xmlns:a="http://schemas.openxmlformats.org/drawingml/2006/main">
            <a:r>
              <a:t>DB設計入門を20時開始に変更したい、と質問してください。20秒ほど回答を待ちます。2行を直す必要があり、1行を直し忘れると食い違います。</a:t>
            </a:r>
          </a:p>
          <a:p xmlns:a="http://schemas.openxmlformats.org/drawingml/2006/main">
            <a:r>
              <a:t>ここでは氏名と開催日時は現在の情報として扱います。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【進行】5:00–8:00（3分）</a:t>
            </a:r>
          </a:p>
          <a:p xmlns:a="http://schemas.openxmlformats.org/drawingml/2006/main">
            <a:r>
              <a:t/>
            </a:r>
          </a:p>
          <a:p xmlns:a="http://schemas.openxmlformats.org/drawingml/2006/main">
            <a:r>
              <a:t>更新・追加・削除という、日常的な操作で困らせます。まだ申込者がいない開催回を公開できるか、最後の申込を消したら開催回の情報はどこに残るかを確認します。</a:t>
            </a:r>
          </a:p>
          <a:p xmlns:a="http://schemas.openxmlformats.org/drawingml/2006/main">
            <a:r>
              <a:t>これは更新異常・挿入異常・削除異常の入口ですが、用語暗記は不要です。画面の形と元データの保存形を分けて考える理由につなげます。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【進行】8:00–10:00（2分）</a:t>
            </a:r>
          </a:p>
          <a:p xmlns:a="http://schemas.openxmlformats.org/drawingml/2006/main">
            <a:r>
              <a:t/>
            </a:r>
          </a:p>
          <a:p xmlns:a="http://schemas.openxmlformats.org/drawingml/2006/main">
            <a:r>
              <a:t>曖昧なまま進めると、どこかで誰かが仮定を置きます。AIの仮定が自分の業務に合っているかを確認する必要があります。</a:t>
            </a:r>
          </a:p>
          <a:p xmlns:a="http://schemas.openxmlformats.org/drawingml/2006/main">
            <a:r>
              <a:t>参加者は人物かアカウントか。セミナーは講座の種類か特定日時の開催か。キャンセルは削除か記録か。</a:t>
            </a:r>
          </a:p>
          <a:p xmlns:a="http://schemas.openxmlformats.org/drawingml/2006/main">
            <a:r>
              <a:t>AIに候補や質問は出せます。業務としてどのルールを採るかを人が確認します。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【進行】10:00–12:00（2分）</a:t>
            </a:r>
          </a:p>
          <a:p xmlns:a="http://schemas.openxmlformats.org/drawingml/2006/main">
            <a:r>
              <a:t/>
            </a:r>
          </a:p>
          <a:p xmlns:a="http://schemas.openxmlformats.org/drawingml/2006/main">
            <a:r>
              <a:t>概念・論理・物理は、考える粒度の違いです。1つの固定された工程を一度だけ通るという意味ではありません。</a:t>
            </a:r>
          </a:p>
          <a:p xmlns:a="http://schemas.openxmlformats.org/drawingml/2006/main">
            <a:r>
              <a:t>最初からDBを完成させる必要はなく、要件や画面の試作と行き来し、実装とともに育てます。DBを扱うアプリで、業務とデータの構造を早い段階で考えることが大切です。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https://www.ibm.com/think/topics/data-modeling</a:t>
            </a:r>
          </a:p>
          <a:p xmlns:a="http://schemas.openxmlformats.org/drawingml/2006/main">
            <a:r>
              <a:t>- https://martinfowler.com/articles/evodb.html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【進行】12:00–13:00（1分）</a:t>
            </a:r>
          </a:p>
          <a:p xmlns:a="http://schemas.openxmlformats.org/drawingml/2006/main">
            <a:r>
              <a:t/>
            </a:r>
          </a:p>
          <a:p xmlns:a="http://schemas.openxmlformats.org/drawingml/2006/main">
            <a:r>
              <a:t>全部を一度に理解する必要はありません。これから各問いを同じアプリで考えます。</a:t>
            </a:r>
          </a:p>
          <a:p xmlns:a="http://schemas.openxmlformats.org/drawingml/2006/main">
            <a:r>
              <a:t>最初に、誰が何をするアプリかを1文にします。参加者が開催回に申し込み、主催者が有効な申込者を確認できる、です。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【進行】13:00–15:00（2分）</a:t>
            </a:r>
          </a:p>
          <a:p xmlns:a="http://schemas.openxmlformats.org/drawingml/2006/main">
            <a:r>
              <a:t/>
            </a:r>
          </a:p>
          <a:p xmlns:a="http://schemas.openxmlformats.org/drawingml/2006/main">
            <a:r>
              <a:t>名詞だけでなく、申し込むという出来事も記録します。開催回は講座の種類ではなく、特定日時の1回の開催です。同じ講座を再開催したら別の開催回になります。</a:t>
            </a:r>
          </a:p>
          <a:p xmlns:a="http://schemas.openxmlformats.org/drawingml/2006/main">
            <a:r>
              <a:t>今回は1アカウントが本人分だけ申し込みます。代理申込、一括申込、共通講座マスタは必要が出たら追加要件として考えます。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https://www.ibm.com/think/topics/data-modeling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【進行】15:00–16:00（1分）</a:t>
            </a:r>
          </a:p>
          <a:p xmlns:a="http://schemas.openxmlformats.org/drawingml/2006/main">
            <a:r>
              <a:t/>
            </a:r>
          </a:p>
          <a:p xmlns:a="http://schemas.openxmlformats.org/drawingml/2006/main">
            <a:r>
              <a:t>同姓同名でも区別でき、名前が変わっても関連を保てる識別子が必要です。申込が参加者IDを参照すれば、名前変更で関連は切れません。</a:t>
            </a:r>
          </a:p>
          <a:p xmlns:a="http://schemas.openxmlformats.org/drawingml/2006/main">
            <a:r>
              <a:t>IDがあっても、同じ人が複数アカウントを作ることまでは防げません。同一人物判定やアカウント統合は別の業務ルールです。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【進行】16:00–18:00（2分）</a:t>
            </a:r>
          </a:p>
          <a:p xmlns:a="http://schemas.openxmlformats.org/drawingml/2006/main">
            <a:r>
              <a:t/>
            </a:r>
          </a:p>
          <a:p xmlns:a="http://schemas.openxmlformats.org/drawingml/2006/main">
            <a:r>
              <a:t>左から参加者・申込・開催回を読みます。参加者1人の申込は0件以上。開催回1件の申込も0件以上。申込から見れば参加者と開催回は必ず1件です。</a:t>
            </a:r>
          </a:p>
          <a:p xmlns:a="http://schemas.openxmlformats.org/drawingml/2006/main">
            <a:r>
              <a:t>申込には日時や状態という、それ自体の情報があります。単なる線ではなく、業務上の出来事です。申込が0件の参加者や開催回も存在できます。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【進行】18:00–20:00（2分）</a:t>
            </a:r>
          </a:p>
          <a:p xmlns:a="http://schemas.openxmlformats.org/drawingml/2006/main">
            <a:r>
              <a:t/>
            </a:r>
          </a:p>
          <a:p xmlns:a="http://schemas.openxmlformats.org/drawingml/2006/main">
            <a:r>
              <a:t>申込行に開催日時を重複して持つと、更新先が複数になります。開催回に持たせれば、E01の1行を更新し、申込一覧はそこを参照して表示できます。</a:t>
            </a:r>
          </a:p>
          <a:p xmlns:a="http://schemas.openxmlformats.org/drawingml/2006/main">
            <a:r>
              <a:t>ここで正規化という用語を紹介します。どの事実が何に属するかを整理することです。すべての値を1か所にするだけでは不十分で、過去の時点の事実を後半で扱います。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【進行】20:00–22:00（2分）</a:t>
            </a:r>
          </a:p>
          <a:p xmlns:a="http://schemas.openxmlformats.org/drawingml/2006/main">
            <a:r>
              <a:t/>
            </a:r>
          </a:p>
          <a:p xmlns:a="http://schemas.openxmlformats.org/drawingml/2006/main">
            <a:r>
              <a:t>主キーは1行を識別、外部キーは参照先の実在、UNIQUEは重複、NOT NULLは必須を守ります。CHECKは値の条件を確認します。</a:t>
            </a:r>
          </a:p>
          <a:p xmlns:a="http://schemas.openxmlformats.org/drawingml/2006/main">
            <a:r>
              <a:t>今回、同じ参加者・開催回の組合せは1行で、キャンセルも同じ行の状態変更として残します。再申込は今回の最小仕様では扱いません。状態がcancelledなら取消日時必須とし、registeredなら取消日時は空です。</a:t>
            </a:r>
          </a:p>
          <a:p xmlns:a="http://schemas.openxmlformats.org/drawingml/2006/main">
            <a:r>
              <a:t>権限は別にサーバー側などで確認します。状態カラムだけで完全な操作履歴が残るわけではありません。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【進行】22:00–25:00（3分）</a:t>
            </a:r>
          </a:p>
          <a:p xmlns:a="http://schemas.openxmlformats.org/drawingml/2006/main">
            <a:r>
              <a:t/>
            </a:r>
          </a:p>
          <a:p xmlns:a="http://schemas.openxmlformats.org/drawingml/2006/main">
            <a:r>
              <a:t>この依頼文を実際のAIに渡します。応答が長引いたら、次のスライドの回答例を使って進めます。参加者にはAIが聞いたこと、聞かなかったことを見てもらいます。</a:t>
            </a:r>
          </a:p>
          <a:p xmlns:a="http://schemas.openxmlformats.org/drawingml/2006/main">
            <a:r>
              <a:t>期待する質問は、開催回の粒度、本人・代理、重複・再申込、取消・削除、今回の範囲。完全に同じ5問である必要はありません。重要な論点を埋めることが目的です。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【進行】25:00–26:00（1分）</a:t>
            </a:r>
          </a:p>
          <a:p xmlns:a="http://schemas.openxmlformats.org/drawingml/2006/main">
            <a:r>
              <a:t/>
            </a:r>
          </a:p>
          <a:p xmlns:a="http://schemas.openxmlformats.org/drawingml/2006/main">
            <a:r>
              <a:t>講座内で採用する最小仕様を示します。この前提があるからモデルや制約が決まります。キャンセル後の再申込が必要なら、今の一意条件をそのまま使ってよいか再検討します。</a:t>
            </a:r>
          </a:p>
          <a:p xmlns:a="http://schemas.openxmlformats.org/drawingml/2006/main">
            <a:r>
              <a:t>今回のデモは無料、定員制御なし。決済、待機列、代理申込は扱いません。後半で合意額を記録する追加要件を出します。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【進行】26:00–28:00（2分）</a:t>
            </a:r>
          </a:p>
          <a:p xmlns:a="http://schemas.openxmlformats.org/drawingml/2006/main">
            <a:r>
              <a:t/>
            </a:r>
          </a:p>
          <a:p xmlns:a="http://schemas.openxmlformats.org/drawingml/2006/main">
            <a:r>
              <a:t>AIへ、各テーブルの1行の意味、項目、キー、関係、状態変更・削除方針、設計理由を依頼します。</a:t>
            </a:r>
          </a:p>
          <a:p xmlns:a="http://schemas.openxmlformats.org/drawingml/2006/main">
            <a:r>
              <a:t>この表は期待する出力の要約です。UIと同じ形で無目的に名前や日時を複製していないか、IDはあるのに重複条件が抜けていないかを確認します。主キーなどの詳細は補足にあります。</a:t>
            </a:r>
          </a:p>
          <a:p xmlns:a="http://schemas.openxmlformats.org/drawingml/2006/main">
            <a:r>
              <a:t>まだ合意していない仕様や、将来使うかもしれないだけのテーブルを増やしていないかも見ます。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【進行】28:00–30:00（2分）</a:t>
            </a:r>
          </a:p>
          <a:p xmlns:a="http://schemas.openxmlformats.org/drawingml/2006/main">
            <a:r>
              <a:t/>
            </a:r>
          </a:p>
          <a:p xmlns:a="http://schemas.openxmlformats.org/drawingml/2006/main">
            <a:r>
              <a:t>P01が申し込んだのはE01とE02。E01の有効な申込は1件です。R03はキャンセルされています。</a:t>
            </a:r>
          </a:p>
          <a:p xmlns:a="http://schemas.openxmlformats.org/drawingml/2006/main">
            <a:r>
              <a:t>申込日時・取消日時は表示上省略していますが、実データでは仕様に従います。</a:t>
            </a:r>
          </a:p>
          <a:p xmlns:a="http://schemas.openxmlformats.org/drawingml/2006/main">
            <a:r>
              <a:t>有効な申込者数と実際の参加人数は異なる事実です。出席を管理したければ、出席という追加の事実を設計します。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【進行】30:00–32:00（2分）</a:t>
            </a:r>
          </a:p>
          <a:p xmlns:a="http://schemas.openxmlformats.org/drawingml/2006/main">
            <a:r>
              <a:t/>
            </a:r>
          </a:p>
          <a:p xmlns:a="http://schemas.openxmlformats.org/drawingml/2006/main">
            <a:r>
              <a:t>この3ケースでは、期待結果を先に人が決めます。P01/E01をもう1件登録したら拒否、存在しないP99の申込は拒否、名前を変えても関連は保たれる。</a:t>
            </a:r>
          </a:p>
          <a:p xmlns:a="http://schemas.openxmlformats.org/drawingml/2006/main">
            <a:r>
              <a:t>AIには操作前データ、操作、期待結果、設計上の結果、修正案を出させます。AIの「問題ありません」をテスト成功と同じに扱わないことが大切です。</a:t>
            </a:r>
          </a:p>
          <a:p xmlns:a="http://schemas.openxmlformats.org/drawingml/2006/main">
            <a:r>
              <a:t>保存済みのレビュー結果を用意しておくと、ライブ応答が長い場合も進行できます。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【進行】32:00–34:00（2分）</a:t>
            </a:r>
          </a:p>
          <a:p xmlns:a="http://schemas.openxmlformats.org/drawingml/2006/main">
            <a:r>
              <a:t/>
            </a:r>
          </a:p>
          <a:p xmlns:a="http://schemas.openxmlformats.org/drawingml/2006/main">
            <a:r>
              <a:t>業務ルールからスキーマへ、さらにテストへつなぎます。組合せの重複禁止はUNIQUEで実装し、実際の二重送信を拒否するかテストします。</a:t>
            </a:r>
          </a:p>
          <a:p xmlns:a="http://schemas.openxmlformats.org/drawingml/2006/main">
            <a:r>
              <a:t>実装へ進む条件は重要な未確定事項が解消し、モデルが期待結果を表現できることです。</a:t>
            </a:r>
          </a:p>
          <a:p xmlns:a="http://schemas.openxmlformats.org/drawingml/2006/main">
            <a:r>
              <a:t>既存データがあれば移行手順を作ります。DB制約が実際に働くこと、権限が守られることを確認してください。</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 https://martinfowler.com/articles/evodb.html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【進行】34:00–35:00（1分）</a:t>
            </a:r>
          </a:p>
          <a:p xmlns:a="http://schemas.openxmlformats.org/drawingml/2006/main">
            <a:r>
              <a:t/>
            </a:r>
          </a:p>
          <a:p xmlns:a="http://schemas.openxmlformats.org/drawingml/2006/main">
            <a:r>
              <a:t>ここで有料申込の記録という追加要件を出します。ある人は3,000円で申込、その後募集価格を5,000円にしました。過去の申込画面も現在価格を参照していると、5,000円になります。</a:t>
            </a:r>
          </a:p>
          <a:p xmlns:a="http://schemas.openxmlformats.org/drawingml/2006/main">
            <a:r>
              <a:t>その人の合意額は3,000円のまま残したい。この要件を満たす記録方法を考えてもらいます。決済処理の実装自体はこの演習の対象ではありません。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【進行】35:00–38:00（3分）</a:t>
            </a:r>
          </a:p>
          <a:p xmlns:a="http://schemas.openxmlformats.org/drawingml/2006/main">
            <a:r>
              <a:t/>
            </a:r>
          </a:p>
          <a:p xmlns:a="http://schemas.openxmlformats.org/drawingml/2006/main">
            <a:r>
              <a:t>3分間、個人で考えてもらいます。PCやAIの契約は不要です。時間が来たら1〜2人の回答を集めます。</a:t>
            </a:r>
          </a:p>
          <a:p xmlns:a="http://schemas.openxmlformats.org/drawingml/2006/main">
            <a:r>
              <a:t>1つ目は追加する項目と保存先、2つ目は記録するタイミング、3つ目は正しくなったことの確認方法。</a:t>
            </a:r>
          </a:p>
          <a:p xmlns:a="http://schemas.openxmlformats.org/drawingml/2006/main">
            <a:r>
              <a:t>早く終わった人には、すでに当時の価格を上書きしていたら新しい列へ何を入れるか、を追加で問いかけます。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【進行】38:00–40:00（2分）</a:t>
            </a:r>
          </a:p>
          <a:p xmlns:a="http://schemas.openxmlformats.org/drawingml/2006/main">
            <a:r>
              <a:t/>
            </a:r>
          </a:p>
          <a:p xmlns:a="http://schemas.openxmlformats.org/drawingml/2006/main">
            <a:r>
              <a:t>events.current_price_yenは現在の募集価格、registrations.agreed_price_yenはその申込で合意した金額です。意味と時点が異なる事実なので、両方を記録します。</a:t>
            </a:r>
          </a:p>
          <a:p xmlns:a="http://schemas.openxmlformats.org/drawingml/2006/main">
            <a:r>
              <a:t>申込成立時にサーバー側で正当な価格を確認し、申込と合意額を一緒に保存します。利用者が送った任意の金額をそのまま信頼しません。</a:t>
            </a:r>
          </a:p>
          <a:p xmlns:a="http://schemas.openxmlformats.org/drawingml/2006/main">
            <a:r>
              <a:t>値上げ後もP01は3,000円、新規P03は5,000円になることをテストします。合意額と実際の入金額・売上は同じとは限りません。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【進行】40:00–41:00（1分）</a:t>
            </a:r>
          </a:p>
          <a:p xmlns:a="http://schemas.openxmlformats.org/drawingml/2006/main">
            <a:r>
              <a:t/>
            </a:r>
          </a:p>
          <a:p xmlns:a="http://schemas.openxmlformats.org/drawingml/2006/main">
            <a:r>
              <a:t>すでに過去の金額を上書きしてしまっていたら、列を追加するだけでは復元できません。申込確認記録など、合意額が分かる根拠を探します。</a:t>
            </a:r>
          </a:p>
          <a:p xmlns:a="http://schemas.openxmlformats.org/drawingml/2006/main">
            <a:r>
              <a:t>分からないものは不明として扱う方針を決めます。現在の価格で一括補完すると、過去の事実を捏造してしまいます。</a:t>
            </a:r>
          </a:p>
          <a:p xmlns:a="http://schemas.openxmlformats.org/drawingml/2006/main">
            <a:r>
              <a:t>AIは新しい列や処理を作れますが、記録していなかった過去の事実を正しく知っているわけではありません。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【進行】41:00–43:00（2分）</a:t>
            </a:r>
          </a:p>
          <a:p xmlns:a="http://schemas.openxmlformats.org/drawingml/2006/main">
            <a:r>
              <a:t/>
            </a:r>
          </a:p>
          <a:p xmlns:a="http://schemas.openxmlformats.org/drawingml/2006/main">
            <a:r>
              <a:t>6つの手順を3つの段階にまとめて見せます。1 やりたいことを書く、2 不明点を確認する、3 モデルを決める、4 具体例で確かめる、5 実装する、6 変化に合わせて見直す。</a:t>
            </a:r>
          </a:p>
          <a:p xmlns:a="http://schemas.openxmlformats.org/drawingml/2006/main">
            <a:r>
              <a:t>画面試作から分かったことは要件とモデルへ戻します。モデルを一度完成させて固定するという話ではありません。</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https://martinfowler.com/articles/evodb.html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【進行】43:00–45:00（2分）</a:t>
            </a:r>
          </a:p>
          <a:p xmlns:a="http://schemas.openxmlformats.org/drawingml/2006/main">
            <a:r>
              <a:t/>
            </a:r>
          </a:p>
          <a:p xmlns:a="http://schemas.openxmlformats.org/drawingml/2006/main">
            <a:r>
              <a:t>各項目を、自分の言葉で説明できるか確認してください。1行の意味、識別方法、関係の数、変更・削除、現在と過去、禁止状態と期待結果。</a:t>
            </a:r>
          </a:p>
          <a:p xmlns:a="http://schemas.openxmlformats.org/drawingml/2006/main">
            <a:r>
              <a:t>実装後には二重送信・不正な参照・権限・更新・削除を実際に試します。既存データがある場合は、移行後の意味と件数も確認します。</a:t>
            </a:r>
          </a:p>
          <a:p xmlns:a="http://schemas.openxmlformats.org/drawingml/2006/main">
            <a:r>
              <a:t>すでに作ったアプリでも、スキーマと保存処理を読み、同じ問いで点検できます。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【進行】45:00–46:00（1分）</a:t>
            </a:r>
          </a:p>
          <a:p xmlns:a="http://schemas.openxmlformats.org/drawingml/2006/main">
            <a:r>
              <a:t/>
            </a:r>
          </a:p>
          <a:p xmlns:a="http://schemas.openxmlformats.org/drawingml/2006/main">
            <a:r>
              <a:t>ここは1分で問題意識だけ伝えます。定員制御は今回の最小モデルに含まれていません。追加するなら、空き確認と登録の並行実行まで設計が必要です。</a:t>
            </a:r>
          </a:p>
          <a:p xmlns:a="http://schemas.openxmlformats.org/drawingml/2006/main">
            <a:r>
              <a:t>トランザクションへ入れるだけで自動的に解決するとは限りません。DBの分離レベル、ロック、更新方法、再試行などを踏まえて実装し、並行実行テストをします。詳細は次回へ回します。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https://www.postgresql.org/docs/current/transaction-iso.html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【進行】46:00–49:30（3分30秒）</a:t>
            </a:r>
          </a:p>
          <a:p xmlns:a="http://schemas.openxmlformats.org/drawingml/2006/main">
            <a:r>
              <a:t/>
            </a:r>
          </a:p>
          <a:p xmlns:a="http://schemas.openxmlformats.org/drawingml/2006/main">
            <a:r>
              <a:t>質疑応答。質問がなければ、自分が作ったアプリで1行の意味が曖昧なテーブルはあるか、6つの問いのどれをまず確認するかを聞きます。</a:t>
            </a:r>
          </a:p>
          <a:p xmlns:a="http://schemas.openxmlformats.org/drawingml/2006/main">
            <a:r>
              <a:t>想定質問：最初にDBを完成させる必要があるか→反復でよい。全部AIに設計させてよいか→候補作成は任せ、人が業務の意味を確認。状態カラムは履歴か→現在状態であって完全な履歴ではない。再申込は→一意条件と履歴方針を見直す。</a:t>
            </a:r>
          </a:p>
          <a:p xmlns:a="http://schemas.openxmlformats.org/drawingml/2006/main">
            <a:r>
              <a:t>49分30秒になったら次のスライドで締めます。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【進行】49:30–50:00（30秒）</a:t>
            </a:r>
          </a:p>
          <a:p xmlns:a="http://schemas.openxmlformats.org/drawingml/2006/main">
            <a:r>
              <a:t/>
            </a:r>
          </a:p>
          <a:p xmlns:a="http://schemas.openxmlformats.org/drawingml/2006/main">
            <a:r>
              <a:t>締めの原稿：次にAIでアプリを作るときは、何を記録するのか、何が起きてはいけないのかを言葉にしてください。AIに設計案を出してもらい、その意味を理解して選び、変更・重複・削除の例で確かめる。そこまでをアプリ開発の習慣にしましょう。</a:t>
            </a:r>
          </a:p>
          <a:p xmlns:a="http://schemas.openxmlformats.org/drawingml/2006/main">
            <a:r>
              <a:t>本編はここで終了。以降は任意参照の補足資料です。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【進行】補足：本編の時間に含めない</a:t>
            </a:r>
          </a:p>
          <a:p xmlns:a="http://schemas.openxmlformats.org/drawingml/2006/main">
            <a:r>
              <a:t/>
            </a:r>
          </a:p>
          <a:p xmlns:a="http://schemas.openxmlformats.org/drawingml/2006/main">
            <a:r>
              <a:t>この依頼文は参加者が自分のアプリへ持ち帰るためのものです。アプリの目的、利用者、主な操作、決定済みルールを冒頭に追加して使います。</a:t>
            </a:r>
          </a:p>
          <a:p xmlns:a="http://schemas.openxmlformats.org/drawingml/2006/main">
            <a:r>
              <a:t>決定済みの内容を何度も質問させず、重要な未確定事項を埋めるための質問にします。</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【進行】補足：本編の時間に含めない</a:t>
            </a:r>
          </a:p>
          <a:p xmlns:a="http://schemas.openxmlformats.org/drawingml/2006/main">
            <a:r>
              <a:t/>
            </a:r>
          </a:p>
          <a:p xmlns:a="http://schemas.openxmlformats.org/drawingml/2006/main">
            <a:r>
              <a:t>業務ルールとモデルを貼り、反例を探してもらう依頼文です。正常な例だけでなく、変化や例外に焦点を当てます。</a:t>
            </a:r>
          </a:p>
          <a:p xmlns:a="http://schemas.openxmlformats.org/drawingml/2006/main">
            <a:r>
              <a:t>AIの案からテストを作る場合も、期待結果が業務ルールから来ているかを人が確認してください。</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【進行】補足：本編の時間に含めない</a:t>
            </a:r>
          </a:p>
          <a:p xmlns:a="http://schemas.openxmlformats.org/drawingml/2006/main">
            <a:r>
              <a:t/>
            </a:r>
          </a:p>
          <a:p xmlns:a="http://schemas.openxmlformats.org/drawingml/2006/main">
            <a:r>
              <a:t>本編のモデルの注意点を確認する参照用スライドです。participant_idとevent_idは必須の外部キー、両者の組合せはUNIQUE。cancelledなら取消日時必須、registeredなら空。申込のある参加者・開催回の物理削除は拒否。</a:t>
            </a:r>
          </a:p>
          <a:p xmlns:a="http://schemas.openxmlformats.org/drawingml/2006/main">
            <a:r>
              <a:t>これは学習用の最小仕様です。完全な操作履歴、代理申込、一括申込、取消後の再申込、決済、出席は別要件です。</a:t>
            </a:r>
          </a:p>
          <a:p xmlns:a="http://schemas.openxmlformats.org/drawingml/2006/main">
            <a:r>
              <a:t>外部キーとアクセス権限を混同しないでください。</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【進行】補足：本編の時間に含めない</a:t>
            </a:r>
          </a:p>
          <a:p xmlns:a="http://schemas.openxmlformats.org/drawingml/2006/main">
            <a:r>
              <a:t/>
            </a:r>
          </a:p>
          <a:p xmlns:a="http://schemas.openxmlformats.org/drawingml/2006/main">
            <a:r>
              <a:t>本編の技術的な説明の参考にした一次・公式資料です。各該当スライドのノートにもURLを記載しています。</a:t>
            </a:r>
          </a:p>
          <a:p xmlns:a="http://schemas.openxmlformats.org/drawingml/2006/main">
            <a:r>
              <a:t>学習用のデータ、失敗例、演習、依頼文はこの講座用に作成したものです。</a:t>
            </a:r>
          </a:p>
          <a:p xmlns:a="http://schemas.openxmlformats.org/drawingml/2006/main">
            <a:r>
              <a:t>フォント：Noto Sans CJK JP。https://github.com/notofonts/noto-cjk （SIL Open Font License 1.1）。</a:t>
            </a:r>
          </a:p>
          <a:p xmlns:a="http://schemas.openxmlformats.org/drawingml/2006/main">
            <a:r>
              <a:t/>
            </a:r>
          </a:p>
          <a:p xmlns:a="http://schemas.openxmlformats.org/drawingml/2006/main">
            <a:r>
              <a:t>【資料上の前提】セミナー申込アプリは学習用の架空例。主催者名・開催日は未指定のため追加していない。</a:t>
            </a:r>
          </a:p>
          <a:p xmlns:a="http://schemas.openxmlformats.org/drawingml/2006/main">
            <a:r>
              <a:t/>
            </a:r>
          </a:p>
          <a:p xmlns:a="http://schemas.openxmlformats.org/drawingml/2006/main">
            <a:r>
              <a:t>[Sources]</a:t>
            </a:r>
          </a:p>
          <a:p xmlns:a="http://schemas.openxmlformats.org/drawingml/2006/main">
            <a:r>
              <a:t>- https://www.ibm.com/think/topics/data-modeling</a:t>
            </a:r>
          </a:p>
          <a:p xmlns:a="http://schemas.openxmlformats.org/drawingml/2006/main">
            <a:r>
              <a:t>- https://martinfowler.com/articles/evodb.html</a:t>
            </a:r>
          </a:p>
          <a:p xmlns:a="http://schemas.openxmlformats.org/drawingml/2006/main">
            <a:r>
              <a:t>- https://www.postgresql.org/docs/current/ddl-constraints.html</a:t>
            </a:r>
          </a:p>
          <a:p xmlns:a="http://schemas.openxmlformats.org/drawingml/2006/main">
            <a:r>
              <a:t>- https://www.postgresql.org/docs/current/transaction-iso.html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2479eca2f14c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f47ff05a064838" /><Relationship Type="http://schemas.openxmlformats.org/officeDocument/2006/relationships/slideLayout" Target="/ppt/slideLayouts/slideLayout1.xml" Id="R9f2e6cc355ec4f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2e6cc355ec4f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14ffb904594166" /><Relationship Type="http://schemas.openxmlformats.org/officeDocument/2006/relationships/notesSlide" Target="/ppt/notesSlides/notesSlide1.xml" Id="R0490b387d5da46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d5dbb11d05466e" /><Relationship Type="http://schemas.openxmlformats.org/officeDocument/2006/relationships/notesSlide" Target="/ppt/notesSlides/notesSlide2.xml" Id="Rd17814d8678c49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fa0cd655ea4244" /><Relationship Type="http://schemas.openxmlformats.org/officeDocument/2006/relationships/notesSlide" Target="/ppt/notesSlides/notesSlide3.xml" Id="Rffcfe94ffdd249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ba1248cd8c42de" /><Relationship Type="http://schemas.openxmlformats.org/officeDocument/2006/relationships/notesSlide" Target="/ppt/notesSlides/notesSlide4.xml" Id="R725d8492736f4a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c168e9ae8b4a36" /><Relationship Type="http://schemas.openxmlformats.org/officeDocument/2006/relationships/notesSlide" Target="/ppt/notesSlides/notesSlide5.xml" Id="R4cdcb928b2e54b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c3bf1e8e844b80" /><Relationship Type="http://schemas.openxmlformats.org/officeDocument/2006/relationships/notesSlide" Target="/ppt/notesSlides/notesSlide6.xml" Id="Rdef219b554b04a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7e0bd00eca41d0" /><Relationship Type="http://schemas.openxmlformats.org/officeDocument/2006/relationships/notesSlide" Target="/ppt/notesSlides/notesSlide7.xml" Id="R4bdbf5462d4145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223704c37341ee" /><Relationship Type="http://schemas.openxmlformats.org/officeDocument/2006/relationships/notesSlide" Target="/ppt/notesSlides/notesSlide8.xml" Id="R529047234c4149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19eade92b24fa1" /><Relationship Type="http://schemas.openxmlformats.org/officeDocument/2006/relationships/notesSlide" Target="/ppt/notesSlides/notesSlide9.xml" Id="Reea826e78c2347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7b3775599d4321" /><Relationship Type="http://schemas.openxmlformats.org/officeDocument/2006/relationships/notesSlide" Target="/ppt/notesSlides/notesSlide10.xml" Id="Rf386e596fd1644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c6940b8104486f" /><Relationship Type="http://schemas.openxmlformats.org/officeDocument/2006/relationships/notesSlide" Target="/ppt/notesSlides/notesSlide11.xml" Id="Rb43cd8bb50e047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24156ff7574c26" /><Relationship Type="http://schemas.openxmlformats.org/officeDocument/2006/relationships/notesSlide" Target="/ppt/notesSlides/notesSlide12.xml" Id="Ra038725a0dc14d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cc46da47c94226" /><Relationship Type="http://schemas.openxmlformats.org/officeDocument/2006/relationships/notesSlide" Target="/ppt/notesSlides/notesSlide13.xml" Id="R62f0470805584c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3a87e5e3a2498c" /><Relationship Type="http://schemas.openxmlformats.org/officeDocument/2006/relationships/notesSlide" Target="/ppt/notesSlides/notesSlide14.xml" Id="Re8ebc4271ce54f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d87c6c6b4b44ef" /><Relationship Type="http://schemas.openxmlformats.org/officeDocument/2006/relationships/notesSlide" Target="/ppt/notesSlides/notesSlide15.xml" Id="R1a5c1943a3b54a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150754cc4e4d73" /><Relationship Type="http://schemas.openxmlformats.org/officeDocument/2006/relationships/notesSlide" Target="/ppt/notesSlides/notesSlide16.xml" Id="R180f61619ec741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5cdb8062e44479" /><Relationship Type="http://schemas.openxmlformats.org/officeDocument/2006/relationships/notesSlide" Target="/ppt/notesSlides/notesSlide17.xml" Id="R4577cc71e68445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228658564140ba" /><Relationship Type="http://schemas.openxmlformats.org/officeDocument/2006/relationships/notesSlide" Target="/ppt/notesSlides/notesSlide18.xml" Id="Rb9ff1ea692a840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a6dab72d3ba40b1" /><Relationship Type="http://schemas.openxmlformats.org/officeDocument/2006/relationships/notesSlide" Target="/ppt/notesSlides/notesSlide19.xml" Id="R6527706fe61948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e85010352b4b26" /><Relationship Type="http://schemas.openxmlformats.org/officeDocument/2006/relationships/notesSlide" Target="/ppt/notesSlides/notesSlide20.xml" Id="R2602091f5a304b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94d7768f9a346a0" /><Relationship Type="http://schemas.openxmlformats.org/officeDocument/2006/relationships/notesSlide" Target="/ppt/notesSlides/notesSlide21.xml" Id="R9479d47ede4a4f7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503c99d88774ec0" /><Relationship Type="http://schemas.openxmlformats.org/officeDocument/2006/relationships/notesSlide" Target="/ppt/notesSlides/notesSlide22.xml" Id="R591ea05d35a647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ffdeb9b5b7427c" /><Relationship Type="http://schemas.openxmlformats.org/officeDocument/2006/relationships/notesSlide" Target="/ppt/notesSlides/notesSlide23.xml" Id="Rb0015b95684443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aa902588068487a" /><Relationship Type="http://schemas.openxmlformats.org/officeDocument/2006/relationships/notesSlide" Target="/ppt/notesSlides/notesSlide24.xml" Id="Rca8ec1ae8da3463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74f9cf080554214" /><Relationship Type="http://schemas.openxmlformats.org/officeDocument/2006/relationships/notesSlide" Target="/ppt/notesSlides/notesSlide25.xml" Id="R80895b6f80bd44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fb8e06183974d07" /><Relationship Type="http://schemas.openxmlformats.org/officeDocument/2006/relationships/notesSlide" Target="/ppt/notesSlides/notesSlide26.xml" Id="R787ab3ff4adf406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8acf3198b6e4335" /><Relationship Type="http://schemas.openxmlformats.org/officeDocument/2006/relationships/notesSlide" Target="/ppt/notesSlides/notesSlide27.xml" Id="R04aa6ee91add40d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d461c974d334563" /><Relationship Type="http://schemas.openxmlformats.org/officeDocument/2006/relationships/notesSlide" Target="/ppt/notesSlides/notesSlide28.xml" Id="R9428636140204b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4546ad65e1a44c8" /><Relationship Type="http://schemas.openxmlformats.org/officeDocument/2006/relationships/notesSlide" Target="/ppt/notesSlides/notesSlide29.xml" Id="R58711f51e09e4d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3750806e206496a" /><Relationship Type="http://schemas.openxmlformats.org/officeDocument/2006/relationships/notesSlide" Target="/ppt/notesSlides/notesSlide30.xml" Id="R464209d234124fe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99fa8dbfd824b45" /><Relationship Type="http://schemas.openxmlformats.org/officeDocument/2006/relationships/hyperlink" Target="https://www.ibm.com/think/topics/data-modeling" TargetMode="External" Id="R83ce81ca26b64108" /><Relationship Type="http://schemas.openxmlformats.org/officeDocument/2006/relationships/hyperlink" Target="https://martinfowler.com/articles/evodb.html" TargetMode="External" Id="R78c05fa2248a4192" /><Relationship Type="http://schemas.openxmlformats.org/officeDocument/2006/relationships/hyperlink" Target="https://www.postgresql.org/docs/current/ddl-constraints.html" TargetMode="External" Id="Rce3bcbf84e23495d" /><Relationship Type="http://schemas.openxmlformats.org/officeDocument/2006/relationships/hyperlink" Target="https://www.postgresql.org/docs/current/transaction-iso.html" TargetMode="External" Id="Refd609c5753b4ae7" /><Relationship Type="http://schemas.openxmlformats.org/officeDocument/2006/relationships/notesSlide" Target="/ppt/notesSlides/notesSlide31.xml" Id="R9a516823d00d48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D99888A6-D3F7-46F7-AD7F-C379B0FA9C5B}"/>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アプリ開発の基本を、AI時代に学び直す</a:t>
            </a:r>
          </a:p>
        </p:txBody>
      </p:sp>
      <p:sp>
        <p:nvSpPr>
          <p:cNvPr id="2" name="rule-2">
            <a:extLst xmlns:a="http://schemas.openxmlformats.org/drawingml/2006/main">
              <a:ext uri="{FF2B5EF4-FFF2-40B4-BE49-F238E27FC236}">
                <a16:creationId xmlns:a16="http://schemas.microsoft.com/office/drawing/2014/main" id="{BA1FD83E-0EDB-453F-90BC-0DFC72A47FBC}"/>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3" name="text-3">
            <a:extLst xmlns:a="http://schemas.openxmlformats.org/drawingml/2006/main">
              <a:ext uri="{FF2B5EF4-FFF2-40B4-BE49-F238E27FC236}">
                <a16:creationId xmlns:a16="http://schemas.microsoft.com/office/drawing/2014/main" id="{28BC425F-D109-4CC7-A4B8-6DE0CDEA3262}"/>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4" name="text-4">
            <a:extLst xmlns:a="http://schemas.openxmlformats.org/drawingml/2006/main">
              <a:ext uri="{FF2B5EF4-FFF2-40B4-BE49-F238E27FC236}">
                <a16:creationId xmlns:a16="http://schemas.microsoft.com/office/drawing/2014/main" id="{821BC033-892B-45FD-807C-F7000D2AABB1}"/>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01</a:t>
            </a:r>
          </a:p>
        </p:txBody>
      </p:sp>
      <p:sp>
        <p:nvSpPr>
          <p:cNvPr id="5" name="text-5">
            <a:extLst xmlns:a="http://schemas.openxmlformats.org/drawingml/2006/main">
              <a:ext uri="{FF2B5EF4-FFF2-40B4-BE49-F238E27FC236}">
                <a16:creationId xmlns:a16="http://schemas.microsoft.com/office/drawing/2014/main" id="{0842134A-D683-480B-9C95-35B7FC975328}"/>
              </a:ext>
            </a:extLst>
          </p:cNvPr>
          <p:cNvSpPr>
            <a:spLocks xmlns:a="http://schemas.openxmlformats.org/drawingml/2006/main" noGrp="1"/>
          </p:cNvSpPr>
          <p:nvPr/>
        </p:nvSpPr>
        <p:spPr>
          <a:xfrm xmlns:a="http://schemas.openxmlformats.org/drawingml/2006/main">
            <a:off x="609600" y="1885950"/>
            <a:ext cx="109728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00" b="1">
                <a:solidFill>
                  <a:srgbClr val="111111"/>
                </a:solidFill>
                <a:latin typeface="Noto Sans CJK JP"/>
                <a:ea typeface="Noto Sans CJK JP"/>
                <a:cs typeface="Noto Sans CJK JP"/>
              </a:defRPr>
            </a:pPr>
            <a:r>
              <a:rPr sz="5400" b="1">
                <a:solidFill>
                  <a:srgbClr val="111111"/>
                </a:solidFill>
                <a:latin typeface="Noto Sans CJK JP"/>
                <a:ea typeface="Noto Sans CJK JP"/>
                <a:cs typeface="Noto Sans CJK JP"/>
              </a:rPr>
              <a:t>AI時代「真面目に」</a:t>
            </a:r>
          </a:p>
          <a:p xmlns:a="http://schemas.openxmlformats.org/drawingml/2006/main">
            <a:pPr algn="l">
              <a:defRPr sz="5400" b="1">
                <a:solidFill>
                  <a:srgbClr val="111111"/>
                </a:solidFill>
                <a:latin typeface="Noto Sans CJK JP"/>
                <a:ea typeface="Noto Sans CJK JP"/>
                <a:cs typeface="Noto Sans CJK JP"/>
              </a:defRPr>
            </a:pPr>
            <a:r>
              <a:rPr sz="5400" b="1">
                <a:solidFill>
                  <a:srgbClr val="111111"/>
                </a:solidFill>
                <a:latin typeface="Noto Sans CJK JP"/>
                <a:ea typeface="Noto Sans CJK JP"/>
                <a:cs typeface="Noto Sans CJK JP"/>
              </a:rPr>
              <a:t>アプリ開発フローを学ぶ</a:t>
            </a:r>
          </a:p>
        </p:txBody>
      </p:sp>
      <p:sp>
        <p:nvSpPr>
          <p:cNvPr id="6" name="text-6">
            <a:extLst xmlns:a="http://schemas.openxmlformats.org/drawingml/2006/main">
              <a:ext uri="{FF2B5EF4-FFF2-40B4-BE49-F238E27FC236}">
                <a16:creationId xmlns:a16="http://schemas.microsoft.com/office/drawing/2014/main" id="{9919A2D8-33B9-4EAC-9225-16C77F7AB88F}"/>
              </a:ext>
            </a:extLst>
          </p:cNvPr>
          <p:cNvSpPr>
            <a:spLocks xmlns:a="http://schemas.openxmlformats.org/drawingml/2006/main" noGrp="1"/>
          </p:cNvSpPr>
          <p:nvPr/>
        </p:nvSpPr>
        <p:spPr>
          <a:xfrm xmlns:a="http://schemas.openxmlformats.org/drawingml/2006/main">
            <a:off x="609600" y="42862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1">
                <a:solidFill>
                  <a:srgbClr val="175CD3"/>
                </a:solidFill>
                <a:latin typeface="Noto Sans CJK JP"/>
                <a:ea typeface="Noto Sans CJK JP"/>
                <a:cs typeface="Noto Sans CJK JP"/>
              </a:defRPr>
            </a:pPr>
            <a:r>
              <a:rPr sz="3900" b="1">
                <a:solidFill>
                  <a:srgbClr val="175CD3"/>
                </a:solidFill>
                <a:latin typeface="Noto Sans CJK JP"/>
                <a:ea typeface="Noto Sans CJK JP"/>
                <a:cs typeface="Noto Sans CJK JP"/>
              </a:rPr>
              <a:t>〜 DB設計編 〜</a:t>
            </a:r>
          </a:p>
        </p:txBody>
      </p:sp>
      <p:sp>
        <p:nvSpPr>
          <p:cNvPr id="7" name="text-7">
            <a:extLst xmlns:a="http://schemas.openxmlformats.org/drawingml/2006/main">
              <a:ext uri="{FF2B5EF4-FFF2-40B4-BE49-F238E27FC236}">
                <a16:creationId xmlns:a16="http://schemas.microsoft.com/office/drawing/2014/main" id="{07516B84-5502-4F1E-B3E1-11AFC3563539}"/>
              </a:ext>
            </a:extLst>
          </p:cNvPr>
          <p:cNvSpPr>
            <a:spLocks xmlns:a="http://schemas.openxmlformats.org/drawingml/2006/main" noGrp="1"/>
          </p:cNvSpPr>
          <p:nvPr/>
        </p:nvSpPr>
        <p:spPr>
          <a:xfrm xmlns:a="http://schemas.openxmlformats.org/drawingml/2006/main">
            <a:off x="609600" y="52482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B606A"/>
                </a:solidFill>
                <a:latin typeface="Noto Sans CJK JP"/>
                <a:ea typeface="Noto Sans CJK JP"/>
                <a:cs typeface="Noto Sans CJK JP"/>
              </a:defRPr>
            </a:pPr>
            <a:r>
              <a:rPr sz="2250" b="0">
                <a:solidFill>
                  <a:srgbClr val="5B606A"/>
                </a:solidFill>
                <a:latin typeface="Noto Sans CJK JP"/>
                <a:ea typeface="Noto Sans CJK JP"/>
                <a:cs typeface="Noto Sans CJK JP"/>
              </a:rPr>
              <a:t>データの意味とルールを、AIと一緒に設計する</a:t>
            </a:r>
          </a:p>
        </p:txBody>
      </p:sp>
    </p:spTree>
    <p:extLst>
      <p:ext uri="{BB962C8B-B14F-4D97-AF65-F5344CB8AC3E}">
        <p14:creationId xmlns:p14="http://schemas.microsoft.com/office/powerpoint/2010/main" val="13284637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8">
            <a:extLst xmlns:a="http://schemas.openxmlformats.org/drawingml/2006/main">
              <a:ext uri="{FF2B5EF4-FFF2-40B4-BE49-F238E27FC236}">
                <a16:creationId xmlns:a16="http://schemas.microsoft.com/office/drawing/2014/main" id="{3CEA6486-A3B0-47A8-A89E-22E2421E22E0}"/>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今日できるようになること</a:t>
            </a:r>
          </a:p>
        </p:txBody>
      </p:sp>
      <p:sp>
        <p:nvSpPr>
          <p:cNvPr id="2" name="text-9">
            <a:extLst xmlns:a="http://schemas.openxmlformats.org/drawingml/2006/main">
              <a:ext uri="{FF2B5EF4-FFF2-40B4-BE49-F238E27FC236}">
                <a16:creationId xmlns:a16="http://schemas.microsoft.com/office/drawing/2014/main" id="{4B444957-1F7B-4A67-A719-E968BCCEB572}"/>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自分の設計を、説明して確かめる</a:t>
            </a:r>
          </a:p>
        </p:txBody>
      </p:sp>
      <p:sp>
        <p:nvSpPr>
          <p:cNvPr id="3" name="rule-10">
            <a:extLst xmlns:a="http://schemas.openxmlformats.org/drawingml/2006/main">
              <a:ext uri="{FF2B5EF4-FFF2-40B4-BE49-F238E27FC236}">
                <a16:creationId xmlns:a16="http://schemas.microsoft.com/office/drawing/2014/main" id="{CDCFCCFC-CB8F-4705-8B2B-4C82C1B9DC0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1">
            <a:extLst xmlns:a="http://schemas.openxmlformats.org/drawingml/2006/main">
              <a:ext uri="{FF2B5EF4-FFF2-40B4-BE49-F238E27FC236}">
                <a16:creationId xmlns:a16="http://schemas.microsoft.com/office/drawing/2014/main" id="{C9F572C7-7B4A-4D77-BB92-5D1C01045C10}"/>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2">
            <a:extLst xmlns:a="http://schemas.openxmlformats.org/drawingml/2006/main">
              <a:ext uri="{FF2B5EF4-FFF2-40B4-BE49-F238E27FC236}">
                <a16:creationId xmlns:a16="http://schemas.microsoft.com/office/drawing/2014/main" id="{EA0BB0DC-2EC0-4F41-97A1-21F27C8EB143}"/>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02</a:t>
            </a:r>
          </a:p>
        </p:txBody>
      </p:sp>
      <p:sp>
        <p:nvSpPr>
          <p:cNvPr id="6" name="rule-13">
            <a:extLst xmlns:a="http://schemas.openxmlformats.org/drawingml/2006/main">
              <a:ext uri="{FF2B5EF4-FFF2-40B4-BE49-F238E27FC236}">
                <a16:creationId xmlns:a16="http://schemas.microsoft.com/office/drawing/2014/main" id="{F1F7D98C-854D-4A31-8EDB-67BE3545CEDF}"/>
              </a:ext>
            </a:extLst>
          </p:cNvPr>
          <p:cNvSpPr>
            <a:spLocks xmlns:a="http://schemas.openxmlformats.org/drawingml/2006/main" noGrp="1"/>
          </p:cNvSpPr>
          <p:nvPr/>
        </p:nvSpPr>
        <p:spPr>
          <a:xfrm xmlns:a="http://schemas.openxmlformats.org/drawingml/2006/main">
            <a:off x="609600" y="3333750"/>
            <a:ext cx="10972800" cy="0"/>
          </a:xfrm>
          <a:prstGeom xmlns:a="http://schemas.openxmlformats.org/drawingml/2006/main" prst="line">
            <a:avLst/>
          </a:prstGeom>
          <a:noFill xmlns:a="http://schemas.openxmlformats.org/drawingml/2006/main"/>
          <a:ln xmlns:a="http://schemas.openxmlformats.org/drawingml/2006/main" w="19050">
            <a:solidFill>
              <a:srgbClr val="C9CDD3"/>
            </a:solidFill>
            <a:prstDash val="solid"/>
          </a:ln>
        </p:spPr>
      </p:sp>
      <p:sp>
        <p:nvSpPr>
          <p:cNvPr id="7" name="text-14">
            <a:extLst xmlns:a="http://schemas.openxmlformats.org/drawingml/2006/main">
              <a:ext uri="{FF2B5EF4-FFF2-40B4-BE49-F238E27FC236}">
                <a16:creationId xmlns:a16="http://schemas.microsoft.com/office/drawing/2014/main" id="{32358FF6-E3EE-4DD6-8460-2184B0F6695A}"/>
              </a:ext>
            </a:extLst>
          </p:cNvPr>
          <p:cNvSpPr>
            <a:spLocks xmlns:a="http://schemas.openxmlformats.org/drawingml/2006/main" noGrp="1"/>
          </p:cNvSpPr>
          <p:nvPr/>
        </p:nvSpPr>
        <p:spPr>
          <a:xfrm xmlns:a="http://schemas.openxmlformats.org/drawingml/2006/main">
            <a:off x="6096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01 気づく</a:t>
            </a:r>
          </a:p>
        </p:txBody>
      </p:sp>
      <p:sp>
        <p:nvSpPr>
          <p:cNvPr id="8" name="text-15">
            <a:extLst xmlns:a="http://schemas.openxmlformats.org/drawingml/2006/main">
              <a:ext uri="{FF2B5EF4-FFF2-40B4-BE49-F238E27FC236}">
                <a16:creationId xmlns:a16="http://schemas.microsoft.com/office/drawing/2014/main" id="{1B1A3929-1B59-42FD-9350-32F43C62B56C}"/>
              </a:ext>
            </a:extLst>
          </p:cNvPr>
          <p:cNvSpPr>
            <a:spLocks xmlns:a="http://schemas.openxmlformats.org/drawingml/2006/main" noGrp="1"/>
          </p:cNvSpPr>
          <p:nvPr/>
        </p:nvSpPr>
        <p:spPr>
          <a:xfrm xmlns:a="http://schemas.openxmlformats.org/drawingml/2006/main">
            <a:off x="6096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動作確認だけでは</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見つからない問題</a:t>
            </a:r>
          </a:p>
        </p:txBody>
      </p:sp>
      <p:sp>
        <p:nvSpPr>
          <p:cNvPr id="9" name="text-16">
            <a:extLst xmlns:a="http://schemas.openxmlformats.org/drawingml/2006/main">
              <a:ext uri="{FF2B5EF4-FFF2-40B4-BE49-F238E27FC236}">
                <a16:creationId xmlns:a16="http://schemas.microsoft.com/office/drawing/2014/main" id="{2C99CAD0-6D6B-4934-AC5A-4F32A4A74D39}"/>
              </a:ext>
            </a:extLst>
          </p:cNvPr>
          <p:cNvSpPr>
            <a:spLocks xmlns:a="http://schemas.openxmlformats.org/drawingml/2006/main" noGrp="1"/>
          </p:cNvSpPr>
          <p:nvPr/>
        </p:nvSpPr>
        <p:spPr>
          <a:xfrm xmlns:a="http://schemas.openxmlformats.org/drawingml/2006/main">
            <a:off x="436245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02 考える</a:t>
            </a:r>
          </a:p>
        </p:txBody>
      </p:sp>
      <p:sp>
        <p:nvSpPr>
          <p:cNvPr id="10" name="text-17">
            <a:extLst xmlns:a="http://schemas.openxmlformats.org/drawingml/2006/main">
              <a:ext uri="{FF2B5EF4-FFF2-40B4-BE49-F238E27FC236}">
                <a16:creationId xmlns:a16="http://schemas.microsoft.com/office/drawing/2014/main" id="{E1EC2260-6592-4753-ADAA-6B9A1F6C0F07}"/>
              </a:ext>
            </a:extLst>
          </p:cNvPr>
          <p:cNvSpPr>
            <a:spLocks xmlns:a="http://schemas.openxmlformats.org/drawingml/2006/main" noGrp="1"/>
          </p:cNvSpPr>
          <p:nvPr/>
        </p:nvSpPr>
        <p:spPr>
          <a:xfrm xmlns:a="http://schemas.openxmlformats.org/drawingml/2006/main">
            <a:off x="436245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1行の意味・関係・</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守るルール</a:t>
            </a:r>
          </a:p>
        </p:txBody>
      </p:sp>
      <p:sp>
        <p:nvSpPr>
          <p:cNvPr id="11" name="text-18">
            <a:extLst xmlns:a="http://schemas.openxmlformats.org/drawingml/2006/main">
              <a:ext uri="{FF2B5EF4-FFF2-40B4-BE49-F238E27FC236}">
                <a16:creationId xmlns:a16="http://schemas.microsoft.com/office/drawing/2014/main" id="{6D902DF0-0955-41C4-B2AA-48E87E22B503}"/>
              </a:ext>
            </a:extLst>
          </p:cNvPr>
          <p:cNvSpPr>
            <a:spLocks xmlns:a="http://schemas.openxmlformats.org/drawingml/2006/main" noGrp="1"/>
          </p:cNvSpPr>
          <p:nvPr/>
        </p:nvSpPr>
        <p:spPr>
          <a:xfrm xmlns:a="http://schemas.openxmlformats.org/drawingml/2006/main">
            <a:off x="81153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03 確かめる</a:t>
            </a:r>
          </a:p>
        </p:txBody>
      </p:sp>
      <p:sp>
        <p:nvSpPr>
          <p:cNvPr id="12" name="text-19">
            <a:extLst xmlns:a="http://schemas.openxmlformats.org/drawingml/2006/main">
              <a:ext uri="{FF2B5EF4-FFF2-40B4-BE49-F238E27FC236}">
                <a16:creationId xmlns:a16="http://schemas.microsoft.com/office/drawing/2014/main" id="{C8B00571-590B-4E88-8D80-3424A26B9388}"/>
              </a:ext>
            </a:extLst>
          </p:cNvPr>
          <p:cNvSpPr>
            <a:spLocks xmlns:a="http://schemas.openxmlformats.org/drawingml/2006/main" noGrp="1"/>
          </p:cNvSpPr>
          <p:nvPr/>
        </p:nvSpPr>
        <p:spPr>
          <a:xfrm xmlns:a="http://schemas.openxmlformats.org/drawingml/2006/main">
            <a:off x="81153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AIの設計案を</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具体例で検証する</a:t>
            </a:r>
          </a:p>
        </p:txBody>
      </p:sp>
    </p:spTree>
    <p:extLst>
      <p:ext uri="{BB962C8B-B14F-4D97-AF65-F5344CB8AC3E}">
        <p14:creationId xmlns:p14="http://schemas.microsoft.com/office/powerpoint/2010/main" val="1422734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0">
            <a:extLst xmlns:a="http://schemas.openxmlformats.org/drawingml/2006/main">
              <a:ext uri="{FF2B5EF4-FFF2-40B4-BE49-F238E27FC236}">
                <a16:creationId xmlns:a16="http://schemas.microsoft.com/office/drawing/2014/main" id="{B102F458-491A-4C8E-BA29-ADB6530327C6}"/>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動くのに困るアプリ</a:t>
            </a:r>
          </a:p>
        </p:txBody>
      </p:sp>
      <p:sp>
        <p:nvSpPr>
          <p:cNvPr id="2" name="text-21">
            <a:extLst xmlns:a="http://schemas.openxmlformats.org/drawingml/2006/main">
              <a:ext uri="{FF2B5EF4-FFF2-40B4-BE49-F238E27FC236}">
                <a16:creationId xmlns:a16="http://schemas.microsoft.com/office/drawing/2014/main" id="{4652D4C2-6F48-4FC9-9AB7-DEADB6986735}"/>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開催日時が変わったら、どこを直す？</a:t>
            </a:r>
          </a:p>
        </p:txBody>
      </p:sp>
      <p:sp>
        <p:nvSpPr>
          <p:cNvPr id="3" name="rule-22">
            <a:extLst xmlns:a="http://schemas.openxmlformats.org/drawingml/2006/main">
              <a:ext uri="{FF2B5EF4-FFF2-40B4-BE49-F238E27FC236}">
                <a16:creationId xmlns:a16="http://schemas.microsoft.com/office/drawing/2014/main" id="{C6CE5394-A818-46E4-BFEA-0A672902B03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3">
            <a:extLst xmlns:a="http://schemas.openxmlformats.org/drawingml/2006/main">
              <a:ext uri="{FF2B5EF4-FFF2-40B4-BE49-F238E27FC236}">
                <a16:creationId xmlns:a16="http://schemas.microsoft.com/office/drawing/2014/main" id="{8D3684B5-85BD-40E4-B0EF-247CD9193CB2}"/>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4">
            <a:extLst xmlns:a="http://schemas.openxmlformats.org/drawingml/2006/main">
              <a:ext uri="{FF2B5EF4-FFF2-40B4-BE49-F238E27FC236}">
                <a16:creationId xmlns:a16="http://schemas.microsoft.com/office/drawing/2014/main" id="{CB0A4D89-D520-42C6-B827-0A4E9D01B56B}"/>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03</a:t>
            </a:r>
          </a:p>
        </p:txBody>
      </p:sp>
      <p:sp>
        <p:nvSpPr>
          <p:cNvPr id="6" name="text-25">
            <a:extLst xmlns:a="http://schemas.openxmlformats.org/drawingml/2006/main">
              <a:ext uri="{FF2B5EF4-FFF2-40B4-BE49-F238E27FC236}">
                <a16:creationId xmlns:a16="http://schemas.microsoft.com/office/drawing/2014/main" id="{068652EA-BCCD-4382-9B7E-986EACFE936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B606A"/>
                </a:solidFill>
                <a:latin typeface="Noto Sans CJK JP"/>
                <a:ea typeface="Noto Sans CJK JP"/>
                <a:cs typeface="Noto Sans CJK JP"/>
              </a:defRPr>
            </a:pPr>
            <a:r>
              <a:rPr sz="2100" b="0">
                <a:solidFill>
                  <a:srgbClr val="5B606A"/>
                </a:solidFill>
                <a:latin typeface="Noto Sans CJK JP"/>
                <a:ea typeface="Noto Sans CJK JP"/>
                <a:cs typeface="Noto Sans CJK JP"/>
              </a:rPr>
              <a:t>申込一覧の形を、そのまま保存した例</a:t>
            </a:r>
          </a:p>
        </p:txBody>
      </p:sp>
      <p:graphicFrame>
        <p:nvGraphicFramePr>
          <p:cNvPr id="15" name=""/>
          <p:cNvGraphicFramePr/>
          <p:nvPr/>
        </p:nvGraphicFramePr>
        <p:xfrm>
          <a:off xmlns:a="http://schemas.openxmlformats.org/drawingml/2006/main" x="609600" y="2419350"/>
          <a:ext xmlns:a="http://schemas.openxmlformats.org/drawingml/2006/main" cx="10972800" cy="2743200"/>
        </p:xfrm>
        <a:graphic xmlns:a="http://schemas.openxmlformats.org/drawingml/2006/main">
          <a:graphicData uri="http://schemas.openxmlformats.org/drawingml/2006/table">
            <a:tbl>
              <a:tblPr firstRow="0" bandRow="0"/>
              <a:tblGrid>
                <a:gridCol w="1333500"/>
                <a:gridCol w="2476500"/>
                <a:gridCol w="3581400"/>
                <a:gridCol w="3581400"/>
              </a:tblGrid>
              <a:tr h="685800">
                <a:tc>
                  <a:txBody>
                    <a:bodyPr wrap="none" lIns="133350" tIns="95250" rIns="114300" bIns="95250">
                      <a:noAutofit/>
                    </a:bodyPr>
                    <a:lstStyle/>
                    <a:p>
                      <a:r>
                        <a:rPr sz="2250" b="1">
                          <a:solidFill>
                            <a:srgbClr val="111111"/>
                          </a:solidFill>
                          <a:latin typeface="Noto Sans CJK JP"/>
                          <a:ea typeface="Noto Sans CJK JP"/>
                          <a:cs typeface="Noto Sans CJK JP"/>
                        </a:rPr>
                        <a:t>申込</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参加者</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セミナー</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開催日時</a:t>
                      </a:r>
                    </a:p>
                  </a:txBody>
                  <a:tcPr marL="91440" marR="91440" marT="45720" marB="45720" anchor="ctr">
                    <a:solidFill>
                      <a:srgbClr val="F1F2F4"/>
                    </a:solidFill>
                  </a:tcPr>
                </a:tc>
              </a:tr>
              <a:tr h="685800">
                <a:tc>
                  <a:txBody>
                    <a:bodyPr wrap="none" lIns="133350" tIns="95250" rIns="114300" bIns="95250">
                      <a:noAutofit/>
                    </a:bodyPr>
                    <a:lstStyle/>
                    <a:p>
                      <a:r>
                        <a:rPr sz="2250" b="0">
                          <a:solidFill>
                            <a:srgbClr val="111111"/>
                          </a:solidFill>
                          <a:latin typeface="Noto Sans CJK JP"/>
                          <a:ea typeface="Noto Sans CJK JP"/>
                          <a:cs typeface="Noto Sans CJK JP"/>
                        </a:rPr>
                        <a:t>R001</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佐藤花子</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DB設計入門</a:t>
                      </a:r>
                    </a:p>
                  </a:txBody>
                  <a:tcPr marL="91440" marR="91440" marT="45720" marB="45720" anchor="ctr">
                    <a:solidFill>
                      <a:srgbClr val="FFFFFF"/>
                    </a:solidFill>
                  </a:tcPr>
                </a:tc>
                <a:tc>
                  <a:txBody>
                    <a:bodyPr wrap="none" lIns="133350" tIns="95250" rIns="114300" bIns="95250">
                      <a:noAutofit/>
                    </a:bodyPr>
                    <a:lstStyle/>
                    <a:p>
                      <a:r>
                        <a:rPr sz="2250" b="1">
                          <a:solidFill>
                            <a:srgbClr val="175CD3"/>
                          </a:solidFill>
                          <a:latin typeface="Noto Sans CJK JP"/>
                          <a:ea typeface="Noto Sans CJK JP"/>
                          <a:cs typeface="Noto Sans CJK JP"/>
                        </a:rPr>
                        <a:t>10/10 19:00</a:t>
                      </a:r>
                    </a:p>
                  </a:txBody>
                  <a:tcPr marL="91440" marR="91440" marT="45720" marB="45720" anchor="ctr">
                    <a:solidFill>
                      <a:srgbClr val="EAF1FC"/>
                    </a:solidFill>
                  </a:tcPr>
                </a:tc>
              </a:tr>
              <a:tr h="685800">
                <a:tc>
                  <a:txBody>
                    <a:bodyPr wrap="none" lIns="133350" tIns="95250" rIns="114300" bIns="95250">
                      <a:noAutofit/>
                    </a:bodyPr>
                    <a:lstStyle/>
                    <a:p>
                      <a:r>
                        <a:rPr sz="2250" b="0">
                          <a:solidFill>
                            <a:srgbClr val="111111"/>
                          </a:solidFill>
                          <a:latin typeface="Noto Sans CJK JP"/>
                          <a:ea typeface="Noto Sans CJK JP"/>
                          <a:cs typeface="Noto Sans CJK JP"/>
                        </a:rPr>
                        <a:t>R002</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田中一郎</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DB設計入門</a:t>
                      </a:r>
                    </a:p>
                  </a:txBody>
                  <a:tcPr marL="91440" marR="91440" marT="45720" marB="45720" anchor="ctr">
                    <a:solidFill>
                      <a:srgbClr val="FFFFFF"/>
                    </a:solidFill>
                  </a:tcPr>
                </a:tc>
                <a:tc>
                  <a:txBody>
                    <a:bodyPr wrap="none" lIns="133350" tIns="95250" rIns="114300" bIns="95250">
                      <a:noAutofit/>
                    </a:bodyPr>
                    <a:lstStyle/>
                    <a:p>
                      <a:r>
                        <a:rPr sz="2250" b="1">
                          <a:solidFill>
                            <a:srgbClr val="175CD3"/>
                          </a:solidFill>
                          <a:latin typeface="Noto Sans CJK JP"/>
                          <a:ea typeface="Noto Sans CJK JP"/>
                          <a:cs typeface="Noto Sans CJK JP"/>
                        </a:rPr>
                        <a:t>10/10 19:00</a:t>
                      </a:r>
                    </a:p>
                  </a:txBody>
                  <a:tcPr marL="91440" marR="91440" marT="45720" marB="45720" anchor="ctr">
                    <a:solidFill>
                      <a:srgbClr val="EAF1FC"/>
                    </a:solidFill>
                  </a:tcPr>
                </a:tc>
              </a:tr>
              <a:tr h="685800">
                <a:tc>
                  <a:txBody>
                    <a:bodyPr wrap="none" lIns="133350" tIns="95250" rIns="114300" bIns="95250">
                      <a:noAutofit/>
                    </a:bodyPr>
                    <a:lstStyle/>
                    <a:p>
                      <a:r>
                        <a:rPr sz="2250" b="0">
                          <a:solidFill>
                            <a:srgbClr val="111111"/>
                          </a:solidFill>
                          <a:latin typeface="Noto Sans CJK JP"/>
                          <a:ea typeface="Noto Sans CJK JP"/>
                          <a:cs typeface="Noto Sans CJK JP"/>
                        </a:rPr>
                        <a:t>R003</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佐藤花子</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AI開発入門</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10/17 19:00</a:t>
                      </a:r>
                    </a:p>
                  </a:txBody>
                  <a:tcPr marL="91440" marR="91440" marT="45720" marB="45720" anchor="ctr">
                    <a:solidFill>
                      <a:srgbClr val="FFFFFF"/>
                    </a:solidFill>
                  </a:tcPr>
                </a:tc>
              </a:tr>
            </a:tbl>
          </a:graphicData>
        </a:graphic>
      </p:graphicFrame>
      <p:sp>
        <p:nvSpPr>
          <p:cNvPr id="8" name="text-27">
            <a:extLst xmlns:a="http://schemas.openxmlformats.org/drawingml/2006/main">
              <a:ext uri="{FF2B5EF4-FFF2-40B4-BE49-F238E27FC236}">
                <a16:creationId xmlns:a16="http://schemas.microsoft.com/office/drawing/2014/main" id="{C229D96F-F33C-4A4E-B633-8E8D4480B6B3}"/>
              </a:ext>
            </a:extLst>
          </p:cNvPr>
          <p:cNvSpPr>
            <a:spLocks xmlns:a="http://schemas.openxmlformats.org/drawingml/2006/main" noGrp="1"/>
          </p:cNvSpPr>
          <p:nvPr/>
        </p:nvSpPr>
        <p:spPr>
          <a:xfrm xmlns:a="http://schemas.openxmlformats.org/drawingml/2006/main">
            <a:off x="609600" y="56007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同じ開催回の日時が、複数の行にある。</a:t>
            </a:r>
          </a:p>
        </p:txBody>
      </p:sp>
    </p:spTree>
    <p:extLst>
      <p:ext uri="{BB962C8B-B14F-4D97-AF65-F5344CB8AC3E}">
        <p14:creationId xmlns:p14="http://schemas.microsoft.com/office/powerpoint/2010/main" val="16684428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8">
            <a:extLst xmlns:a="http://schemas.openxmlformats.org/drawingml/2006/main">
              <a:ext uri="{FF2B5EF4-FFF2-40B4-BE49-F238E27FC236}">
                <a16:creationId xmlns:a16="http://schemas.microsoft.com/office/drawing/2014/main" id="{41F551C0-8673-4077-BDEA-DD1867925611}"/>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動くのに困るアプリ</a:t>
            </a:r>
          </a:p>
        </p:txBody>
      </p:sp>
      <p:sp>
        <p:nvSpPr>
          <p:cNvPr id="2" name="text-29">
            <a:extLst xmlns:a="http://schemas.openxmlformats.org/drawingml/2006/main">
              <a:ext uri="{FF2B5EF4-FFF2-40B4-BE49-F238E27FC236}">
                <a16:creationId xmlns:a16="http://schemas.microsoft.com/office/drawing/2014/main" id="{6DF72EAC-59A0-4FD8-86B3-7AE66E8EE35D}"/>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変更・追加・削除で、問題が見える</a:t>
            </a:r>
          </a:p>
        </p:txBody>
      </p:sp>
      <p:sp>
        <p:nvSpPr>
          <p:cNvPr id="3" name="rule-30">
            <a:extLst xmlns:a="http://schemas.openxmlformats.org/drawingml/2006/main">
              <a:ext uri="{FF2B5EF4-FFF2-40B4-BE49-F238E27FC236}">
                <a16:creationId xmlns:a16="http://schemas.microsoft.com/office/drawing/2014/main" id="{FBFF619F-62F1-43F0-9FDD-6F0C9DBAB7D9}"/>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31">
            <a:extLst xmlns:a="http://schemas.openxmlformats.org/drawingml/2006/main">
              <a:ext uri="{FF2B5EF4-FFF2-40B4-BE49-F238E27FC236}">
                <a16:creationId xmlns:a16="http://schemas.microsoft.com/office/drawing/2014/main" id="{5ADE04C0-887E-447D-8CDF-721D3964B624}"/>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32">
            <a:extLst xmlns:a="http://schemas.openxmlformats.org/drawingml/2006/main">
              <a:ext uri="{FF2B5EF4-FFF2-40B4-BE49-F238E27FC236}">
                <a16:creationId xmlns:a16="http://schemas.microsoft.com/office/drawing/2014/main" id="{1DD13B81-F397-45AA-8F34-200111FF0AB6}"/>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04</a:t>
            </a:r>
          </a:p>
        </p:txBody>
      </p:sp>
      <p:graphicFrame>
        <p:nvGraphicFramePr>
          <p:cNvPr id="13" name=""/>
          <p:cNvGraphicFramePr/>
          <p:nvPr/>
        </p:nvGraphicFramePr>
        <p:xfrm>
          <a:off xmlns:a="http://schemas.openxmlformats.org/drawingml/2006/main" x="609600" y="2124075"/>
          <a:ext xmlns:a="http://schemas.openxmlformats.org/drawingml/2006/main" cx="10972800" cy="3162300"/>
        </p:xfrm>
        <a:graphic xmlns:a="http://schemas.openxmlformats.org/drawingml/2006/main">
          <a:graphicData uri="http://schemas.openxmlformats.org/drawingml/2006/table">
            <a:tbl>
              <a:tblPr firstRow="0" bandRow="0"/>
              <a:tblGrid>
                <a:gridCol w="4000500"/>
                <a:gridCol w="6972300"/>
              </a:tblGrid>
              <a:tr h="790575">
                <a:tc>
                  <a:txBody>
                    <a:bodyPr wrap="none" lIns="133350" tIns="95250" rIns="114300" bIns="95250">
                      <a:noAutofit/>
                    </a:bodyPr>
                    <a:lstStyle/>
                    <a:p>
                      <a:r>
                        <a:rPr sz="2175" b="1">
                          <a:solidFill>
                            <a:srgbClr val="111111"/>
                          </a:solidFill>
                          <a:latin typeface="Noto Sans CJK JP"/>
                          <a:ea typeface="Noto Sans CJK JP"/>
                          <a:cs typeface="Noto Sans CJK JP"/>
                        </a:rPr>
                        <a:t>したいこと</a:t>
                      </a:r>
                    </a:p>
                  </a:txBody>
                  <a:tcPr marL="91440" marR="91440" marT="45720" marB="45720" anchor="ctr">
                    <a:solidFill>
                      <a:srgbClr val="F1F2F4"/>
                    </a:solidFill>
                  </a:tcPr>
                </a:tc>
                <a:tc>
                  <a:txBody>
                    <a:bodyPr wrap="none" lIns="133350" tIns="95250" rIns="114300" bIns="95250">
                      <a:noAutofit/>
                    </a:bodyPr>
                    <a:lstStyle/>
                    <a:p>
                      <a:r>
                        <a:rPr sz="2175" b="1">
                          <a:solidFill>
                            <a:srgbClr val="111111"/>
                          </a:solidFill>
                          <a:latin typeface="Noto Sans CJK JP"/>
                          <a:ea typeface="Noto Sans CJK JP"/>
                          <a:cs typeface="Noto Sans CJK JP"/>
                        </a:rPr>
                        <a:t>この保存方法で起こり得ること</a:t>
                      </a:r>
                    </a:p>
                  </a:txBody>
                  <a:tcPr marL="91440" marR="91440" marT="45720" marB="45720" anchor="ctr">
                    <a:solidFill>
                      <a:srgbClr val="F1F2F4"/>
                    </a:solidFill>
                  </a:tcPr>
                </a:tc>
              </a:tr>
              <a:tr h="790575">
                <a:tc>
                  <a:txBody>
                    <a:bodyPr wrap="none" lIns="133350" tIns="95250" rIns="114300" bIns="95250">
                      <a:noAutofit/>
                    </a:bodyPr>
                    <a:lstStyle/>
                    <a:p>
                      <a:r>
                        <a:rPr sz="2175" b="0">
                          <a:solidFill>
                            <a:srgbClr val="111111"/>
                          </a:solidFill>
                          <a:latin typeface="Noto Sans CJK JP"/>
                          <a:ea typeface="Noto Sans CJK JP"/>
                          <a:cs typeface="Noto Sans CJK JP"/>
                        </a:rPr>
                        <a:t>開催日時を変更</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直し忘れた申込行に、古い日時が残る</a:t>
                      </a:r>
                    </a:p>
                  </a:txBody>
                  <a:tcPr marL="91440" marR="91440" marT="45720" marB="45720" anchor="ctr">
                    <a:solidFill>
                      <a:srgbClr val="FFFFFF"/>
                    </a:solidFill>
                  </a:tcPr>
                </a:tc>
              </a:tr>
              <a:tr h="790575">
                <a:tc>
                  <a:txBody>
                    <a:bodyPr wrap="none" lIns="133350" tIns="95250" rIns="114300" bIns="95250">
                      <a:noAutofit/>
                    </a:bodyPr>
                    <a:lstStyle/>
                    <a:p>
                      <a:r>
                        <a:rPr sz="2175" b="0">
                          <a:solidFill>
                            <a:srgbClr val="111111"/>
                          </a:solidFill>
                          <a:latin typeface="Noto Sans CJK JP"/>
                          <a:ea typeface="Noto Sans CJK JP"/>
                          <a:cs typeface="Noto Sans CJK JP"/>
                        </a:rPr>
                        <a:t>申込0件の開催回を公開</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開催回だけを保存する場所がない</a:t>
                      </a:r>
                    </a:p>
                  </a:txBody>
                  <a:tcPr marL="91440" marR="91440" marT="45720" marB="45720" anchor="ctr">
                    <a:solidFill>
                      <a:srgbClr val="FFFFFF"/>
                    </a:solidFill>
                  </a:tcPr>
                </a:tc>
              </a:tr>
              <a:tr h="790575">
                <a:tc>
                  <a:txBody>
                    <a:bodyPr wrap="none" lIns="133350" tIns="95250" rIns="114300" bIns="95250">
                      <a:noAutofit/>
                    </a:bodyPr>
                    <a:lstStyle/>
                    <a:p>
                      <a:r>
                        <a:rPr sz="2175" b="0">
                          <a:solidFill>
                            <a:srgbClr val="111111"/>
                          </a:solidFill>
                          <a:latin typeface="Noto Sans CJK JP"/>
                          <a:ea typeface="Noto Sans CJK JP"/>
                          <a:cs typeface="Noto Sans CJK JP"/>
                        </a:rPr>
                        <a:t>最後の申込を削除</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開催回の情報も一緒に失う</a:t>
                      </a:r>
                    </a:p>
                  </a:txBody>
                  <a:tcPr marL="91440" marR="91440" marT="45720" marB="45720" anchor="ctr">
                    <a:solidFill>
                      <a:srgbClr val="FFFFFF"/>
                    </a:solidFill>
                  </a:tcPr>
                </a:tc>
              </a:tr>
            </a:tbl>
          </a:graphicData>
        </a:graphic>
      </p:graphicFrame>
      <p:sp>
        <p:nvSpPr>
          <p:cNvPr id="7" name="text-34">
            <a:extLst xmlns:a="http://schemas.openxmlformats.org/drawingml/2006/main">
              <a:ext uri="{FF2B5EF4-FFF2-40B4-BE49-F238E27FC236}">
                <a16:creationId xmlns:a16="http://schemas.microsoft.com/office/drawing/2014/main" id="{99842FDE-59DD-4226-BDBB-2E0DB786FFD5}"/>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一覧の表示形式と、保存に向いた構造は別に考える。</a:t>
            </a:r>
          </a:p>
        </p:txBody>
      </p:sp>
    </p:spTree>
    <p:extLst>
      <p:ext uri="{BB962C8B-B14F-4D97-AF65-F5344CB8AC3E}">
        <p14:creationId xmlns:p14="http://schemas.microsoft.com/office/powerpoint/2010/main" val="5404283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35">
            <a:extLst xmlns:a="http://schemas.openxmlformats.org/drawingml/2006/main">
              <a:ext uri="{FF2B5EF4-FFF2-40B4-BE49-F238E27FC236}">
                <a16:creationId xmlns:a16="http://schemas.microsoft.com/office/drawing/2014/main" id="{08A2E6F5-C4B1-4821-A379-E29CBCDA8357}"/>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AIと設計する前に</a:t>
            </a:r>
          </a:p>
        </p:txBody>
      </p:sp>
      <p:sp>
        <p:nvSpPr>
          <p:cNvPr id="2" name="text-36">
            <a:extLst xmlns:a="http://schemas.openxmlformats.org/drawingml/2006/main">
              <a:ext uri="{FF2B5EF4-FFF2-40B4-BE49-F238E27FC236}">
                <a16:creationId xmlns:a16="http://schemas.microsoft.com/office/drawing/2014/main" id="{90B379CE-C90A-416F-9BF9-763B8F0B8956}"/>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曖昧な業務ルールも、実装に入る</a:t>
            </a:r>
          </a:p>
        </p:txBody>
      </p:sp>
      <p:sp>
        <p:nvSpPr>
          <p:cNvPr id="3" name="rule-37">
            <a:extLst xmlns:a="http://schemas.openxmlformats.org/drawingml/2006/main">
              <a:ext uri="{FF2B5EF4-FFF2-40B4-BE49-F238E27FC236}">
                <a16:creationId xmlns:a16="http://schemas.microsoft.com/office/drawing/2014/main" id="{2333662E-7240-4061-8C4F-920146177437}"/>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38">
            <a:extLst xmlns:a="http://schemas.openxmlformats.org/drawingml/2006/main">
              <a:ext uri="{FF2B5EF4-FFF2-40B4-BE49-F238E27FC236}">
                <a16:creationId xmlns:a16="http://schemas.microsoft.com/office/drawing/2014/main" id="{1BC1FE83-CF4E-4F1D-8E68-73722FC3764B}"/>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39">
            <a:extLst xmlns:a="http://schemas.openxmlformats.org/drawingml/2006/main">
              <a:ext uri="{FF2B5EF4-FFF2-40B4-BE49-F238E27FC236}">
                <a16:creationId xmlns:a16="http://schemas.microsoft.com/office/drawing/2014/main" id="{1F713312-4496-49AF-9FA9-E06BB2CC04F8}"/>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05</a:t>
            </a:r>
          </a:p>
        </p:txBody>
      </p:sp>
      <p:sp>
        <p:nvSpPr>
          <p:cNvPr id="6" name="text-40">
            <a:extLst xmlns:a="http://schemas.openxmlformats.org/drawingml/2006/main">
              <a:ext uri="{FF2B5EF4-FFF2-40B4-BE49-F238E27FC236}">
                <a16:creationId xmlns:a16="http://schemas.microsoft.com/office/drawing/2014/main" id="{AFD9E821-13EA-4E43-A747-F0ADAA8CCE6C}"/>
              </a:ext>
            </a:extLst>
          </p:cNvPr>
          <p:cNvSpPr>
            <a:spLocks xmlns:a="http://schemas.openxmlformats.org/drawingml/2006/main" noGrp="1"/>
          </p:cNvSpPr>
          <p:nvPr/>
        </p:nvSpPr>
        <p:spPr>
          <a:xfrm xmlns:a="http://schemas.openxmlformats.org/drawingml/2006/main">
            <a:off x="609600" y="2200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Noto Sans CJK JP"/>
                <a:ea typeface="Noto Sans CJK JP"/>
                <a:cs typeface="Noto Sans CJK JP"/>
              </a:defRPr>
            </a:pPr>
            <a:r>
              <a:rPr sz="3750" b="1">
                <a:solidFill>
                  <a:srgbClr val="111111"/>
                </a:solidFill>
                <a:latin typeface="Noto Sans CJK JP"/>
                <a:ea typeface="Noto Sans CJK JP"/>
                <a:cs typeface="Noto Sans CJK JP"/>
              </a:rPr>
              <a:t>「申込アプリを作って」</a:t>
            </a:r>
          </a:p>
        </p:txBody>
      </p:sp>
      <p:sp>
        <p:nvSpPr>
          <p:cNvPr id="7" name="text-41">
            <a:extLst xmlns:a="http://schemas.openxmlformats.org/drawingml/2006/main">
              <a:ext uri="{FF2B5EF4-FFF2-40B4-BE49-F238E27FC236}">
                <a16:creationId xmlns:a16="http://schemas.microsoft.com/office/drawing/2014/main" id="{FC588343-8645-4EA6-AF00-0140ECE914EC}"/>
              </a:ext>
            </a:extLst>
          </p:cNvPr>
          <p:cNvSpPr>
            <a:spLocks xmlns:a="http://schemas.openxmlformats.org/drawingml/2006/main" noGrp="1"/>
          </p:cNvSpPr>
          <p:nvPr/>
        </p:nvSpPr>
        <p:spPr>
          <a:xfrm xmlns:a="http://schemas.openxmlformats.org/drawingml/2006/main">
            <a:off x="609600" y="3028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5B606A"/>
                </a:solidFill>
                <a:latin typeface="Noto Sans CJK JP"/>
                <a:ea typeface="Noto Sans CJK JP"/>
                <a:cs typeface="Noto Sans CJK JP"/>
              </a:defRPr>
            </a:pPr>
            <a:r>
              <a:rPr sz="2400" b="0">
                <a:solidFill>
                  <a:srgbClr val="5B606A"/>
                </a:solidFill>
                <a:latin typeface="Noto Sans CJK JP"/>
                <a:ea typeface="Noto Sans CJK JP"/>
                <a:cs typeface="Noto Sans CJK JP"/>
              </a:rPr>
              <a:t>その言葉だけでは、決まらないことがある。</a:t>
            </a:r>
          </a:p>
        </p:txBody>
      </p:sp>
      <p:sp>
        <p:nvSpPr>
          <p:cNvPr id="8" name="text-42">
            <a:extLst xmlns:a="http://schemas.openxmlformats.org/drawingml/2006/main">
              <a:ext uri="{FF2B5EF4-FFF2-40B4-BE49-F238E27FC236}">
                <a16:creationId xmlns:a16="http://schemas.microsoft.com/office/drawing/2014/main" id="{65A000D9-666F-4E40-8822-A76271F4065A}"/>
              </a:ext>
            </a:extLst>
          </p:cNvPr>
          <p:cNvSpPr>
            <a:spLocks xmlns:a="http://schemas.openxmlformats.org/drawingml/2006/main" noGrp="1"/>
          </p:cNvSpPr>
          <p:nvPr/>
        </p:nvSpPr>
        <p:spPr>
          <a:xfrm xmlns:a="http://schemas.openxmlformats.org/drawingml/2006/main">
            <a:off x="609600" y="417195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キャンセルしたら</a:t>
            </a:r>
          </a:p>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申込は消す？ 残す？</a:t>
            </a:r>
          </a:p>
        </p:txBody>
      </p:sp>
      <p:sp>
        <p:nvSpPr>
          <p:cNvPr id="9" name="text-43">
            <a:extLst xmlns:a="http://schemas.openxmlformats.org/drawingml/2006/main">
              <a:ext uri="{FF2B5EF4-FFF2-40B4-BE49-F238E27FC236}">
                <a16:creationId xmlns:a16="http://schemas.microsoft.com/office/drawing/2014/main" id="{BAAF435E-6407-4E07-B42B-324CA97C85FA}"/>
              </a:ext>
            </a:extLst>
          </p:cNvPr>
          <p:cNvSpPr>
            <a:spLocks xmlns:a="http://schemas.openxmlformats.org/drawingml/2006/main" noGrp="1"/>
          </p:cNvSpPr>
          <p:nvPr/>
        </p:nvSpPr>
        <p:spPr>
          <a:xfrm xmlns:a="http://schemas.openxmlformats.org/drawingml/2006/main">
            <a:off x="6400800" y="4171950"/>
            <a:ext cx="5181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同じ人の再申込を</a:t>
            </a:r>
          </a:p>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どう扱う？</a:t>
            </a:r>
          </a:p>
        </p:txBody>
      </p:sp>
    </p:spTree>
    <p:extLst>
      <p:ext uri="{BB962C8B-B14F-4D97-AF65-F5344CB8AC3E}">
        <p14:creationId xmlns:p14="http://schemas.microsoft.com/office/powerpoint/2010/main" val="11474345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44">
            <a:extLst xmlns:a="http://schemas.openxmlformats.org/drawingml/2006/main">
              <a:ext uri="{FF2B5EF4-FFF2-40B4-BE49-F238E27FC236}">
                <a16:creationId xmlns:a16="http://schemas.microsoft.com/office/drawing/2014/main" id="{8110D1F1-3E34-450A-9D0C-BD57026100F7}"/>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データモデリングの位置づけ</a:t>
            </a:r>
          </a:p>
        </p:txBody>
      </p:sp>
      <p:sp>
        <p:nvSpPr>
          <p:cNvPr id="2" name="text-45">
            <a:extLst xmlns:a="http://schemas.openxmlformats.org/drawingml/2006/main">
              <a:ext uri="{FF2B5EF4-FFF2-40B4-BE49-F238E27FC236}">
                <a16:creationId xmlns:a16="http://schemas.microsoft.com/office/drawing/2014/main" id="{6EA07C11-C584-48A8-8C4A-0092550BDEAD}"/>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業務の意味から、DBの実装へ進む</a:t>
            </a:r>
          </a:p>
        </p:txBody>
      </p:sp>
      <p:sp>
        <p:nvSpPr>
          <p:cNvPr id="3" name="rule-46">
            <a:extLst xmlns:a="http://schemas.openxmlformats.org/drawingml/2006/main">
              <a:ext uri="{FF2B5EF4-FFF2-40B4-BE49-F238E27FC236}">
                <a16:creationId xmlns:a16="http://schemas.microsoft.com/office/drawing/2014/main" id="{0CAD7F25-8DDA-4CE4-9C9A-CC7B306C1C53}"/>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47">
            <a:extLst xmlns:a="http://schemas.openxmlformats.org/drawingml/2006/main">
              <a:ext uri="{FF2B5EF4-FFF2-40B4-BE49-F238E27FC236}">
                <a16:creationId xmlns:a16="http://schemas.microsoft.com/office/drawing/2014/main" id="{7582473B-86A6-491A-8D70-DFDE2047EDC0}"/>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48">
            <a:extLst xmlns:a="http://schemas.openxmlformats.org/drawingml/2006/main">
              <a:ext uri="{FF2B5EF4-FFF2-40B4-BE49-F238E27FC236}">
                <a16:creationId xmlns:a16="http://schemas.microsoft.com/office/drawing/2014/main" id="{9302DD51-14BE-44F1-A3D7-80E77EB34621}"/>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06</a:t>
            </a:r>
          </a:p>
        </p:txBody>
      </p:sp>
      <p:sp>
        <p:nvSpPr>
          <p:cNvPr id="6" name="rule-49">
            <a:extLst xmlns:a="http://schemas.openxmlformats.org/drawingml/2006/main">
              <a:ext uri="{FF2B5EF4-FFF2-40B4-BE49-F238E27FC236}">
                <a16:creationId xmlns:a16="http://schemas.microsoft.com/office/drawing/2014/main" id="{6F9F2991-6A47-4E9E-AB2C-B2B18D4DE08C}"/>
              </a:ext>
            </a:extLst>
          </p:cNvPr>
          <p:cNvSpPr>
            <a:spLocks xmlns:a="http://schemas.openxmlformats.org/drawingml/2006/main" noGrp="1"/>
          </p:cNvSpPr>
          <p:nvPr/>
        </p:nvSpPr>
        <p:spPr>
          <a:xfrm xmlns:a="http://schemas.openxmlformats.org/drawingml/2006/main">
            <a:off x="609600" y="3333750"/>
            <a:ext cx="10972800" cy="0"/>
          </a:xfrm>
          <a:prstGeom xmlns:a="http://schemas.openxmlformats.org/drawingml/2006/main" prst="line">
            <a:avLst/>
          </a:prstGeom>
          <a:noFill xmlns:a="http://schemas.openxmlformats.org/drawingml/2006/main"/>
          <a:ln xmlns:a="http://schemas.openxmlformats.org/drawingml/2006/main" w="19050">
            <a:solidFill>
              <a:srgbClr val="C9CDD3"/>
            </a:solidFill>
            <a:prstDash val="solid"/>
          </a:ln>
        </p:spPr>
      </p:sp>
      <p:sp>
        <p:nvSpPr>
          <p:cNvPr id="7" name="text-50">
            <a:extLst xmlns:a="http://schemas.openxmlformats.org/drawingml/2006/main">
              <a:ext uri="{FF2B5EF4-FFF2-40B4-BE49-F238E27FC236}">
                <a16:creationId xmlns:a16="http://schemas.microsoft.com/office/drawing/2014/main" id="{765A2306-4F46-4CD5-A687-4C352AAFC914}"/>
              </a:ext>
            </a:extLst>
          </p:cNvPr>
          <p:cNvSpPr>
            <a:spLocks xmlns:a="http://schemas.openxmlformats.org/drawingml/2006/main" noGrp="1"/>
          </p:cNvSpPr>
          <p:nvPr/>
        </p:nvSpPr>
        <p:spPr>
          <a:xfrm xmlns:a="http://schemas.openxmlformats.org/drawingml/2006/main">
            <a:off x="6096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概念</a:t>
            </a:r>
          </a:p>
        </p:txBody>
      </p:sp>
      <p:sp>
        <p:nvSpPr>
          <p:cNvPr id="8" name="text-51">
            <a:extLst xmlns:a="http://schemas.openxmlformats.org/drawingml/2006/main">
              <a:ext uri="{FF2B5EF4-FFF2-40B4-BE49-F238E27FC236}">
                <a16:creationId xmlns:a16="http://schemas.microsoft.com/office/drawing/2014/main" id="{AE685EE3-FC5B-4F9A-8D38-908B1C310627}"/>
              </a:ext>
            </a:extLst>
          </p:cNvPr>
          <p:cNvSpPr>
            <a:spLocks xmlns:a="http://schemas.openxmlformats.org/drawingml/2006/main" noGrp="1"/>
          </p:cNvSpPr>
          <p:nvPr/>
        </p:nvSpPr>
        <p:spPr>
          <a:xfrm xmlns:a="http://schemas.openxmlformats.org/drawingml/2006/main">
            <a:off x="6096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どんなもの・</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出来事がある？</a:t>
            </a:r>
          </a:p>
        </p:txBody>
      </p:sp>
      <p:sp>
        <p:nvSpPr>
          <p:cNvPr id="9" name="text-52">
            <a:extLst xmlns:a="http://schemas.openxmlformats.org/drawingml/2006/main">
              <a:ext uri="{FF2B5EF4-FFF2-40B4-BE49-F238E27FC236}">
                <a16:creationId xmlns:a16="http://schemas.microsoft.com/office/drawing/2014/main" id="{BE99B47F-DDC5-4F78-A3D6-04B91BB064BD}"/>
              </a:ext>
            </a:extLst>
          </p:cNvPr>
          <p:cNvSpPr>
            <a:spLocks xmlns:a="http://schemas.openxmlformats.org/drawingml/2006/main" noGrp="1"/>
          </p:cNvSpPr>
          <p:nvPr/>
        </p:nvSpPr>
        <p:spPr>
          <a:xfrm xmlns:a="http://schemas.openxmlformats.org/drawingml/2006/main">
            <a:off x="436245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論理</a:t>
            </a:r>
          </a:p>
        </p:txBody>
      </p:sp>
      <p:sp>
        <p:nvSpPr>
          <p:cNvPr id="10" name="text-53">
            <a:extLst xmlns:a="http://schemas.openxmlformats.org/drawingml/2006/main">
              <a:ext uri="{FF2B5EF4-FFF2-40B4-BE49-F238E27FC236}">
                <a16:creationId xmlns:a16="http://schemas.microsoft.com/office/drawing/2014/main" id="{298060D2-466F-4333-9796-B41BC61112B3}"/>
              </a:ext>
            </a:extLst>
          </p:cNvPr>
          <p:cNvSpPr>
            <a:spLocks xmlns:a="http://schemas.openxmlformats.org/drawingml/2006/main" noGrp="1"/>
          </p:cNvSpPr>
          <p:nvPr/>
        </p:nvSpPr>
        <p:spPr>
          <a:xfrm xmlns:a="http://schemas.openxmlformats.org/drawingml/2006/main">
            <a:off x="436245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何を記録し、</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どう結びつける？</a:t>
            </a:r>
          </a:p>
        </p:txBody>
      </p:sp>
      <p:sp>
        <p:nvSpPr>
          <p:cNvPr id="11" name="text-54">
            <a:extLst xmlns:a="http://schemas.openxmlformats.org/drawingml/2006/main">
              <a:ext uri="{FF2B5EF4-FFF2-40B4-BE49-F238E27FC236}">
                <a16:creationId xmlns:a16="http://schemas.microsoft.com/office/drawing/2014/main" id="{568F8DE0-D6C1-42F4-AA7A-B0DE9CC155A5}"/>
              </a:ext>
            </a:extLst>
          </p:cNvPr>
          <p:cNvSpPr>
            <a:spLocks xmlns:a="http://schemas.openxmlformats.org/drawingml/2006/main" noGrp="1"/>
          </p:cNvSpPr>
          <p:nvPr/>
        </p:nvSpPr>
        <p:spPr>
          <a:xfrm xmlns:a="http://schemas.openxmlformats.org/drawingml/2006/main">
            <a:off x="81153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物理</a:t>
            </a:r>
          </a:p>
        </p:txBody>
      </p:sp>
      <p:sp>
        <p:nvSpPr>
          <p:cNvPr id="12" name="text-55">
            <a:extLst xmlns:a="http://schemas.openxmlformats.org/drawingml/2006/main">
              <a:ext uri="{FF2B5EF4-FFF2-40B4-BE49-F238E27FC236}">
                <a16:creationId xmlns:a16="http://schemas.microsoft.com/office/drawing/2014/main" id="{77D49F02-AE05-453E-88F5-89D622F6495B}"/>
              </a:ext>
            </a:extLst>
          </p:cNvPr>
          <p:cNvSpPr>
            <a:spLocks xmlns:a="http://schemas.openxmlformats.org/drawingml/2006/main" noGrp="1"/>
          </p:cNvSpPr>
          <p:nvPr/>
        </p:nvSpPr>
        <p:spPr>
          <a:xfrm xmlns:a="http://schemas.openxmlformats.org/drawingml/2006/main">
            <a:off x="81153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選んだDBで</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どう実現する？</a:t>
            </a:r>
          </a:p>
        </p:txBody>
      </p:sp>
      <p:sp>
        <p:nvSpPr>
          <p:cNvPr id="13" name="text-56">
            <a:extLst xmlns:a="http://schemas.openxmlformats.org/drawingml/2006/main">
              <a:ext uri="{FF2B5EF4-FFF2-40B4-BE49-F238E27FC236}">
                <a16:creationId xmlns:a16="http://schemas.microsoft.com/office/drawing/2014/main" id="{E097F4FB-96F0-4BF0-AD26-04C6C60CCF53}"/>
              </a:ext>
            </a:extLst>
          </p:cNvPr>
          <p:cNvSpPr>
            <a:spLocks xmlns:a="http://schemas.openxmlformats.org/drawingml/2006/main" noGrp="1"/>
          </p:cNvSpPr>
          <p:nvPr/>
        </p:nvSpPr>
        <p:spPr>
          <a:xfrm xmlns:a="http://schemas.openxmlformats.org/drawingml/2006/main">
            <a:off x="609600" y="5695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要件や画面の試作で分かったことを、モデルへ戻す。</a:t>
            </a:r>
          </a:p>
        </p:txBody>
      </p:sp>
    </p:spTree>
    <p:extLst>
      <p:ext uri="{BB962C8B-B14F-4D97-AF65-F5344CB8AC3E}">
        <p14:creationId xmlns:p14="http://schemas.microsoft.com/office/powerpoint/2010/main" val="8069439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57">
            <a:extLst xmlns:a="http://schemas.openxmlformats.org/drawingml/2006/main">
              <a:ext uri="{FF2B5EF4-FFF2-40B4-BE49-F238E27FC236}">
                <a16:creationId xmlns:a16="http://schemas.microsoft.com/office/drawing/2014/main" id="{25905673-B356-49F0-B7D1-9C27F8E376FB}"/>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データモデリングの基本</a:t>
            </a:r>
          </a:p>
        </p:txBody>
      </p:sp>
      <p:sp>
        <p:nvSpPr>
          <p:cNvPr id="2" name="text-58">
            <a:extLst xmlns:a="http://schemas.openxmlformats.org/drawingml/2006/main">
              <a:ext uri="{FF2B5EF4-FFF2-40B4-BE49-F238E27FC236}">
                <a16:creationId xmlns:a16="http://schemas.microsoft.com/office/drawing/2014/main" id="{BE6400C7-253B-425D-8AAA-59AA1248C276}"/>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設計するときは、6つを問う</a:t>
            </a:r>
          </a:p>
        </p:txBody>
      </p:sp>
      <p:sp>
        <p:nvSpPr>
          <p:cNvPr id="3" name="rule-59">
            <a:extLst xmlns:a="http://schemas.openxmlformats.org/drawingml/2006/main">
              <a:ext uri="{FF2B5EF4-FFF2-40B4-BE49-F238E27FC236}">
                <a16:creationId xmlns:a16="http://schemas.microsoft.com/office/drawing/2014/main" id="{FC087336-E4F5-4AC4-AE21-E41C2E96ECDF}"/>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60">
            <a:extLst xmlns:a="http://schemas.openxmlformats.org/drawingml/2006/main">
              <a:ext uri="{FF2B5EF4-FFF2-40B4-BE49-F238E27FC236}">
                <a16:creationId xmlns:a16="http://schemas.microsoft.com/office/drawing/2014/main" id="{482DF2F5-AD05-4060-B5EC-D042537DFD6F}"/>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61">
            <a:extLst xmlns:a="http://schemas.openxmlformats.org/drawingml/2006/main">
              <a:ext uri="{FF2B5EF4-FFF2-40B4-BE49-F238E27FC236}">
                <a16:creationId xmlns:a16="http://schemas.microsoft.com/office/drawing/2014/main" id="{44321403-0BD8-4F04-A267-C2B8B81017ED}"/>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07</a:t>
            </a:r>
          </a:p>
        </p:txBody>
      </p:sp>
      <p:sp>
        <p:nvSpPr>
          <p:cNvPr id="6" name="text-62">
            <a:extLst xmlns:a="http://schemas.openxmlformats.org/drawingml/2006/main">
              <a:ext uri="{FF2B5EF4-FFF2-40B4-BE49-F238E27FC236}">
                <a16:creationId xmlns:a16="http://schemas.microsoft.com/office/drawing/2014/main" id="{EF7B5304-8FEE-4D51-93F9-2C433B0BDB75}"/>
              </a:ext>
            </a:extLst>
          </p:cNvPr>
          <p:cNvSpPr>
            <a:spLocks xmlns:a="http://schemas.openxmlformats.org/drawingml/2006/main" noGrp="1"/>
          </p:cNvSpPr>
          <p:nvPr/>
        </p:nvSpPr>
        <p:spPr>
          <a:xfrm xmlns:a="http://schemas.openxmlformats.org/drawingml/2006/main">
            <a:off x="609600" y="21336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01</a:t>
            </a:r>
          </a:p>
        </p:txBody>
      </p:sp>
      <p:sp>
        <p:nvSpPr>
          <p:cNvPr id="7" name="text-63">
            <a:extLst xmlns:a="http://schemas.openxmlformats.org/drawingml/2006/main">
              <a:ext uri="{FF2B5EF4-FFF2-40B4-BE49-F238E27FC236}">
                <a16:creationId xmlns:a16="http://schemas.microsoft.com/office/drawing/2014/main" id="{169FD931-7DBD-4720-B7E9-411D71EFBE8C}"/>
              </a:ext>
            </a:extLst>
          </p:cNvPr>
          <p:cNvSpPr>
            <a:spLocks xmlns:a="http://schemas.openxmlformats.org/drawingml/2006/main" noGrp="1"/>
          </p:cNvSpPr>
          <p:nvPr/>
        </p:nvSpPr>
        <p:spPr>
          <a:xfrm xmlns:a="http://schemas.openxmlformats.org/drawingml/2006/main">
            <a:off x="1352550" y="21336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何を記録する？</a:t>
            </a:r>
          </a:p>
        </p:txBody>
      </p:sp>
      <p:sp>
        <p:nvSpPr>
          <p:cNvPr id="8" name="rule-64">
            <a:extLst xmlns:a="http://schemas.openxmlformats.org/drawingml/2006/main">
              <a:ext uri="{FF2B5EF4-FFF2-40B4-BE49-F238E27FC236}">
                <a16:creationId xmlns:a16="http://schemas.microsoft.com/office/drawing/2014/main" id="{6923909E-11BF-4A04-8A85-A9DBE6DAC0E5}"/>
              </a:ext>
            </a:extLst>
          </p:cNvPr>
          <p:cNvSpPr>
            <a:spLocks xmlns:a="http://schemas.openxmlformats.org/drawingml/2006/main" noGrp="1"/>
          </p:cNvSpPr>
          <p:nvPr/>
        </p:nvSpPr>
        <p:spPr>
          <a:xfrm xmlns:a="http://schemas.openxmlformats.org/drawingml/2006/main">
            <a:off x="609600" y="28765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9" name="text-65">
            <a:extLst xmlns:a="http://schemas.openxmlformats.org/drawingml/2006/main">
              <a:ext uri="{FF2B5EF4-FFF2-40B4-BE49-F238E27FC236}">
                <a16:creationId xmlns:a16="http://schemas.microsoft.com/office/drawing/2014/main" id="{C8D79A94-E9AE-4309-A647-9DD130D28B9D}"/>
              </a:ext>
            </a:extLst>
          </p:cNvPr>
          <p:cNvSpPr>
            <a:spLocks xmlns:a="http://schemas.openxmlformats.org/drawingml/2006/main" noGrp="1"/>
          </p:cNvSpPr>
          <p:nvPr/>
        </p:nvSpPr>
        <p:spPr>
          <a:xfrm xmlns:a="http://schemas.openxmlformats.org/drawingml/2006/main">
            <a:off x="609600" y="33147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02</a:t>
            </a:r>
          </a:p>
        </p:txBody>
      </p:sp>
      <p:sp>
        <p:nvSpPr>
          <p:cNvPr id="10" name="text-66">
            <a:extLst xmlns:a="http://schemas.openxmlformats.org/drawingml/2006/main">
              <a:ext uri="{FF2B5EF4-FFF2-40B4-BE49-F238E27FC236}">
                <a16:creationId xmlns:a16="http://schemas.microsoft.com/office/drawing/2014/main" id="{F359E623-8BA7-4E93-8CE2-6A166DFACBF9}"/>
              </a:ext>
            </a:extLst>
          </p:cNvPr>
          <p:cNvSpPr>
            <a:spLocks xmlns:a="http://schemas.openxmlformats.org/drawingml/2006/main" noGrp="1"/>
          </p:cNvSpPr>
          <p:nvPr/>
        </p:nvSpPr>
        <p:spPr>
          <a:xfrm xmlns:a="http://schemas.openxmlformats.org/drawingml/2006/main">
            <a:off x="1352550" y="33147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1行は何を表す？</a:t>
            </a:r>
          </a:p>
        </p:txBody>
      </p:sp>
      <p:sp>
        <p:nvSpPr>
          <p:cNvPr id="11" name="rule-67">
            <a:extLst xmlns:a="http://schemas.openxmlformats.org/drawingml/2006/main">
              <a:ext uri="{FF2B5EF4-FFF2-40B4-BE49-F238E27FC236}">
                <a16:creationId xmlns:a16="http://schemas.microsoft.com/office/drawing/2014/main" id="{4A7DF1D6-F4F2-48D3-8721-E7A843D6A998}"/>
              </a:ext>
            </a:extLst>
          </p:cNvPr>
          <p:cNvSpPr>
            <a:spLocks xmlns:a="http://schemas.openxmlformats.org/drawingml/2006/main" noGrp="1"/>
          </p:cNvSpPr>
          <p:nvPr/>
        </p:nvSpPr>
        <p:spPr>
          <a:xfrm xmlns:a="http://schemas.openxmlformats.org/drawingml/2006/main">
            <a:off x="609600" y="40576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2" name="text-68">
            <a:extLst xmlns:a="http://schemas.openxmlformats.org/drawingml/2006/main">
              <a:ext uri="{FF2B5EF4-FFF2-40B4-BE49-F238E27FC236}">
                <a16:creationId xmlns:a16="http://schemas.microsoft.com/office/drawing/2014/main" id="{739B181D-C85E-463F-AC8F-E71598A30706}"/>
              </a:ext>
            </a:extLst>
          </p:cNvPr>
          <p:cNvSpPr>
            <a:spLocks xmlns:a="http://schemas.openxmlformats.org/drawingml/2006/main" noGrp="1"/>
          </p:cNvSpPr>
          <p:nvPr/>
        </p:nvSpPr>
        <p:spPr>
          <a:xfrm xmlns:a="http://schemas.openxmlformats.org/drawingml/2006/main">
            <a:off x="609600" y="44958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03</a:t>
            </a:r>
          </a:p>
        </p:txBody>
      </p:sp>
      <p:sp>
        <p:nvSpPr>
          <p:cNvPr id="13" name="text-69">
            <a:extLst xmlns:a="http://schemas.openxmlformats.org/drawingml/2006/main">
              <a:ext uri="{FF2B5EF4-FFF2-40B4-BE49-F238E27FC236}">
                <a16:creationId xmlns:a16="http://schemas.microsoft.com/office/drawing/2014/main" id="{B13743FC-45D3-4F86-BAE1-11DA8C9ADD61}"/>
              </a:ext>
            </a:extLst>
          </p:cNvPr>
          <p:cNvSpPr>
            <a:spLocks xmlns:a="http://schemas.openxmlformats.org/drawingml/2006/main" noGrp="1"/>
          </p:cNvSpPr>
          <p:nvPr/>
        </p:nvSpPr>
        <p:spPr>
          <a:xfrm xmlns:a="http://schemas.openxmlformats.org/drawingml/2006/main">
            <a:off x="1352550" y="44958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同じものをどう見分ける？</a:t>
            </a:r>
          </a:p>
        </p:txBody>
      </p:sp>
      <p:sp>
        <p:nvSpPr>
          <p:cNvPr id="14" name="rule-70">
            <a:extLst xmlns:a="http://schemas.openxmlformats.org/drawingml/2006/main">
              <a:ext uri="{FF2B5EF4-FFF2-40B4-BE49-F238E27FC236}">
                <a16:creationId xmlns:a16="http://schemas.microsoft.com/office/drawing/2014/main" id="{4A05B7B8-CE8D-4DD3-B1B4-609C446CBB49}"/>
              </a:ext>
            </a:extLst>
          </p:cNvPr>
          <p:cNvSpPr>
            <a:spLocks xmlns:a="http://schemas.openxmlformats.org/drawingml/2006/main" noGrp="1"/>
          </p:cNvSpPr>
          <p:nvPr/>
        </p:nvSpPr>
        <p:spPr>
          <a:xfrm xmlns:a="http://schemas.openxmlformats.org/drawingml/2006/main">
            <a:off x="609600" y="52387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5" name="text-71">
            <a:extLst xmlns:a="http://schemas.openxmlformats.org/drawingml/2006/main">
              <a:ext uri="{FF2B5EF4-FFF2-40B4-BE49-F238E27FC236}">
                <a16:creationId xmlns:a16="http://schemas.microsoft.com/office/drawing/2014/main" id="{1B4182BC-57DF-4AC0-A742-4B5D048B36D3}"/>
              </a:ext>
            </a:extLst>
          </p:cNvPr>
          <p:cNvSpPr>
            <a:spLocks xmlns:a="http://schemas.openxmlformats.org/drawingml/2006/main" noGrp="1"/>
          </p:cNvSpPr>
          <p:nvPr/>
        </p:nvSpPr>
        <p:spPr>
          <a:xfrm xmlns:a="http://schemas.openxmlformats.org/drawingml/2006/main">
            <a:off x="6362700" y="21336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04</a:t>
            </a:r>
          </a:p>
        </p:txBody>
      </p:sp>
      <p:sp>
        <p:nvSpPr>
          <p:cNvPr id="16" name="text-72">
            <a:extLst xmlns:a="http://schemas.openxmlformats.org/drawingml/2006/main">
              <a:ext uri="{FF2B5EF4-FFF2-40B4-BE49-F238E27FC236}">
                <a16:creationId xmlns:a16="http://schemas.microsoft.com/office/drawing/2014/main" id="{7B9BEDF1-1279-4BE3-840E-5C001849F5E1}"/>
              </a:ext>
            </a:extLst>
          </p:cNvPr>
          <p:cNvSpPr>
            <a:spLocks xmlns:a="http://schemas.openxmlformats.org/drawingml/2006/main" noGrp="1"/>
          </p:cNvSpPr>
          <p:nvPr/>
        </p:nvSpPr>
        <p:spPr>
          <a:xfrm xmlns:a="http://schemas.openxmlformats.org/drawingml/2006/main">
            <a:off x="7105650" y="21336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どうつながる？</a:t>
            </a:r>
          </a:p>
        </p:txBody>
      </p:sp>
      <p:sp>
        <p:nvSpPr>
          <p:cNvPr id="17" name="rule-73">
            <a:extLst xmlns:a="http://schemas.openxmlformats.org/drawingml/2006/main">
              <a:ext uri="{FF2B5EF4-FFF2-40B4-BE49-F238E27FC236}">
                <a16:creationId xmlns:a16="http://schemas.microsoft.com/office/drawing/2014/main" id="{68B55C05-801E-4060-AF92-A8CB936232B6}"/>
              </a:ext>
            </a:extLst>
          </p:cNvPr>
          <p:cNvSpPr>
            <a:spLocks xmlns:a="http://schemas.openxmlformats.org/drawingml/2006/main" noGrp="1"/>
          </p:cNvSpPr>
          <p:nvPr/>
        </p:nvSpPr>
        <p:spPr>
          <a:xfrm xmlns:a="http://schemas.openxmlformats.org/drawingml/2006/main">
            <a:off x="6362700" y="28765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8" name="text-74">
            <a:extLst xmlns:a="http://schemas.openxmlformats.org/drawingml/2006/main">
              <a:ext uri="{FF2B5EF4-FFF2-40B4-BE49-F238E27FC236}">
                <a16:creationId xmlns:a16="http://schemas.microsoft.com/office/drawing/2014/main" id="{082115F9-CEBD-43F0-B3CA-FE6541AA05B5}"/>
              </a:ext>
            </a:extLst>
          </p:cNvPr>
          <p:cNvSpPr>
            <a:spLocks xmlns:a="http://schemas.openxmlformats.org/drawingml/2006/main" noGrp="1"/>
          </p:cNvSpPr>
          <p:nvPr/>
        </p:nvSpPr>
        <p:spPr>
          <a:xfrm xmlns:a="http://schemas.openxmlformats.org/drawingml/2006/main">
            <a:off x="6362700" y="33147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05</a:t>
            </a:r>
          </a:p>
        </p:txBody>
      </p:sp>
      <p:sp>
        <p:nvSpPr>
          <p:cNvPr id="19" name="text-75">
            <a:extLst xmlns:a="http://schemas.openxmlformats.org/drawingml/2006/main">
              <a:ext uri="{FF2B5EF4-FFF2-40B4-BE49-F238E27FC236}">
                <a16:creationId xmlns:a16="http://schemas.microsoft.com/office/drawing/2014/main" id="{C648B346-0A9A-45B8-8943-DE1419E16AE0}"/>
              </a:ext>
            </a:extLst>
          </p:cNvPr>
          <p:cNvSpPr>
            <a:spLocks xmlns:a="http://schemas.openxmlformats.org/drawingml/2006/main" noGrp="1"/>
          </p:cNvSpPr>
          <p:nvPr/>
        </p:nvSpPr>
        <p:spPr>
          <a:xfrm xmlns:a="http://schemas.openxmlformats.org/drawingml/2006/main">
            <a:off x="7105650" y="33147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変更・削除で何を残す？</a:t>
            </a:r>
          </a:p>
        </p:txBody>
      </p:sp>
      <p:sp>
        <p:nvSpPr>
          <p:cNvPr id="20" name="rule-76">
            <a:extLst xmlns:a="http://schemas.openxmlformats.org/drawingml/2006/main">
              <a:ext uri="{FF2B5EF4-FFF2-40B4-BE49-F238E27FC236}">
                <a16:creationId xmlns:a16="http://schemas.microsoft.com/office/drawing/2014/main" id="{0D7EFA94-60DB-47A6-A9BB-A61BC603E3B4}"/>
              </a:ext>
            </a:extLst>
          </p:cNvPr>
          <p:cNvSpPr>
            <a:spLocks xmlns:a="http://schemas.openxmlformats.org/drawingml/2006/main" noGrp="1"/>
          </p:cNvSpPr>
          <p:nvPr/>
        </p:nvSpPr>
        <p:spPr>
          <a:xfrm xmlns:a="http://schemas.openxmlformats.org/drawingml/2006/main">
            <a:off x="6362700" y="40576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21" name="text-77">
            <a:extLst xmlns:a="http://schemas.openxmlformats.org/drawingml/2006/main">
              <a:ext uri="{FF2B5EF4-FFF2-40B4-BE49-F238E27FC236}">
                <a16:creationId xmlns:a16="http://schemas.microsoft.com/office/drawing/2014/main" id="{DB62BB6C-41F4-4CED-AF43-9AD3B283112E}"/>
              </a:ext>
            </a:extLst>
          </p:cNvPr>
          <p:cNvSpPr>
            <a:spLocks xmlns:a="http://schemas.openxmlformats.org/drawingml/2006/main" noGrp="1"/>
          </p:cNvSpPr>
          <p:nvPr/>
        </p:nvSpPr>
        <p:spPr>
          <a:xfrm xmlns:a="http://schemas.openxmlformats.org/drawingml/2006/main">
            <a:off x="6362700" y="449580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5CD3"/>
                </a:solidFill>
                <a:latin typeface="Noto Sans CJK JP"/>
                <a:ea typeface="Noto Sans CJK JP"/>
                <a:cs typeface="Noto Sans CJK JP"/>
              </a:defRPr>
            </a:pPr>
            <a:r>
              <a:rPr sz="2400" b="1">
                <a:solidFill>
                  <a:srgbClr val="175CD3"/>
                </a:solidFill>
                <a:latin typeface="Noto Sans CJK JP"/>
                <a:ea typeface="Noto Sans CJK JP"/>
                <a:cs typeface="Noto Sans CJK JP"/>
              </a:rPr>
              <a:t>06</a:t>
            </a:r>
          </a:p>
        </p:txBody>
      </p:sp>
      <p:sp>
        <p:nvSpPr>
          <p:cNvPr id="22" name="text-78">
            <a:extLst xmlns:a="http://schemas.openxmlformats.org/drawingml/2006/main">
              <a:ext uri="{FF2B5EF4-FFF2-40B4-BE49-F238E27FC236}">
                <a16:creationId xmlns:a16="http://schemas.microsoft.com/office/drawing/2014/main" id="{3712CBB3-2BF8-47FB-9A4C-0238141CF6E6}"/>
              </a:ext>
            </a:extLst>
          </p:cNvPr>
          <p:cNvSpPr>
            <a:spLocks xmlns:a="http://schemas.openxmlformats.org/drawingml/2006/main" noGrp="1"/>
          </p:cNvSpPr>
          <p:nvPr/>
        </p:nvSpPr>
        <p:spPr>
          <a:xfrm xmlns:a="http://schemas.openxmlformats.org/drawingml/2006/main">
            <a:off x="7105650" y="4495800"/>
            <a:ext cx="449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何を許さない？</a:t>
            </a:r>
          </a:p>
        </p:txBody>
      </p:sp>
      <p:sp>
        <p:nvSpPr>
          <p:cNvPr id="23" name="rule-79">
            <a:extLst xmlns:a="http://schemas.openxmlformats.org/drawingml/2006/main">
              <a:ext uri="{FF2B5EF4-FFF2-40B4-BE49-F238E27FC236}">
                <a16:creationId xmlns:a16="http://schemas.microsoft.com/office/drawing/2014/main" id="{28C3B42E-C0F2-4E54-AA90-7DDF23578490}"/>
              </a:ext>
            </a:extLst>
          </p:cNvPr>
          <p:cNvSpPr>
            <a:spLocks xmlns:a="http://schemas.openxmlformats.org/drawingml/2006/main" noGrp="1"/>
          </p:cNvSpPr>
          <p:nvPr/>
        </p:nvSpPr>
        <p:spPr>
          <a:xfrm xmlns:a="http://schemas.openxmlformats.org/drawingml/2006/main">
            <a:off x="6362700" y="52387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Tree>
    <p:extLst>
      <p:ext uri="{BB962C8B-B14F-4D97-AF65-F5344CB8AC3E}">
        <p14:creationId xmlns:p14="http://schemas.microsoft.com/office/powerpoint/2010/main" val="8560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80">
            <a:extLst xmlns:a="http://schemas.openxmlformats.org/drawingml/2006/main">
              <a:ext uri="{FF2B5EF4-FFF2-40B4-BE49-F238E27FC236}">
                <a16:creationId xmlns:a16="http://schemas.microsoft.com/office/drawing/2014/main" id="{08F7F325-28F1-4797-88A3-E9CD67321251}"/>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① 記録するもの ／ ② 粒度</a:t>
            </a:r>
          </a:p>
        </p:txBody>
      </p:sp>
      <p:sp>
        <p:nvSpPr>
          <p:cNvPr id="2" name="text-81">
            <a:extLst xmlns:a="http://schemas.openxmlformats.org/drawingml/2006/main">
              <a:ext uri="{FF2B5EF4-FFF2-40B4-BE49-F238E27FC236}">
                <a16:creationId xmlns:a16="http://schemas.microsoft.com/office/drawing/2014/main" id="{57219827-2402-41C1-AB31-9A1F18910FEC}"/>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「1行の意味」を先に決める</a:t>
            </a:r>
          </a:p>
        </p:txBody>
      </p:sp>
      <p:sp>
        <p:nvSpPr>
          <p:cNvPr id="3" name="rule-82">
            <a:extLst xmlns:a="http://schemas.openxmlformats.org/drawingml/2006/main">
              <a:ext uri="{FF2B5EF4-FFF2-40B4-BE49-F238E27FC236}">
                <a16:creationId xmlns:a16="http://schemas.microsoft.com/office/drawing/2014/main" id="{3DCE9777-00D9-4AEF-A8EA-FB539C6F04B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83">
            <a:extLst xmlns:a="http://schemas.openxmlformats.org/drawingml/2006/main">
              <a:ext uri="{FF2B5EF4-FFF2-40B4-BE49-F238E27FC236}">
                <a16:creationId xmlns:a16="http://schemas.microsoft.com/office/drawing/2014/main" id="{0D27580F-4913-42CD-8180-5EDFD3B232BE}"/>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84">
            <a:extLst xmlns:a="http://schemas.openxmlformats.org/drawingml/2006/main">
              <a:ext uri="{FF2B5EF4-FFF2-40B4-BE49-F238E27FC236}">
                <a16:creationId xmlns:a16="http://schemas.microsoft.com/office/drawing/2014/main" id="{CDE6877D-43D7-43B9-B6BB-AA0CAFB9FEF4}"/>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08</a:t>
            </a:r>
          </a:p>
        </p:txBody>
      </p:sp>
      <p:graphicFrame>
        <p:nvGraphicFramePr>
          <p:cNvPr id="13" name=""/>
          <p:cNvGraphicFramePr/>
          <p:nvPr/>
        </p:nvGraphicFramePr>
        <p:xfrm>
          <a:off xmlns:a="http://schemas.openxmlformats.org/drawingml/2006/main" x="609600" y="2181225"/>
          <a:ext xmlns:a="http://schemas.openxmlformats.org/drawingml/2006/main" cx="10972800" cy="3086100"/>
        </p:xfrm>
        <a:graphic xmlns:a="http://schemas.openxmlformats.org/drawingml/2006/main">
          <a:graphicData uri="http://schemas.openxmlformats.org/drawingml/2006/table">
            <a:tbl>
              <a:tblPr firstRow="0" bandRow="0"/>
              <a:tblGrid>
                <a:gridCol w="3048000"/>
                <a:gridCol w="7924800"/>
              </a:tblGrid>
              <a:tr h="771525">
                <a:tc>
                  <a:txBody>
                    <a:bodyPr wrap="none" lIns="133350" tIns="95250" rIns="114300" bIns="95250">
                      <a:noAutofit/>
                    </a:bodyPr>
                    <a:lstStyle/>
                    <a:p>
                      <a:r>
                        <a:rPr sz="2400" b="1">
                          <a:solidFill>
                            <a:srgbClr val="111111"/>
                          </a:solidFill>
                          <a:latin typeface="Noto Sans CJK JP"/>
                          <a:ea typeface="Noto Sans CJK JP"/>
                          <a:cs typeface="Noto Sans CJK JP"/>
                        </a:rPr>
                        <a:t>テーブル</a:t>
                      </a:r>
                    </a:p>
                  </a:txBody>
                  <a:tcPr marL="91440" marR="91440" marT="45720" marB="45720" anchor="ctr">
                    <a:solidFill>
                      <a:srgbClr val="F1F2F4"/>
                    </a:solidFill>
                  </a:tcPr>
                </a:tc>
                <a:tc>
                  <a:txBody>
                    <a:bodyPr wrap="none" lIns="133350" tIns="95250" rIns="114300" bIns="95250">
                      <a:noAutofit/>
                    </a:bodyPr>
                    <a:lstStyle/>
                    <a:p>
                      <a:r>
                        <a:rPr sz="2400" b="1">
                          <a:solidFill>
                            <a:srgbClr val="111111"/>
                          </a:solidFill>
                          <a:latin typeface="Noto Sans CJK JP"/>
                          <a:ea typeface="Noto Sans CJK JP"/>
                          <a:cs typeface="Noto Sans CJK JP"/>
                        </a:rPr>
                        <a:t>1行が表すもの</a:t>
                      </a:r>
                    </a:p>
                  </a:txBody>
                  <a:tcPr marL="91440" marR="91440" marT="45720" marB="45720" anchor="ctr">
                    <a:solidFill>
                      <a:srgbClr val="F1F2F4"/>
                    </a:solidFill>
                  </a:tcPr>
                </a:tc>
              </a:tr>
              <a:tr h="771525">
                <a:tc>
                  <a:txBody>
                    <a:bodyPr wrap="none" lIns="133350" tIns="95250" rIns="114300" bIns="95250">
                      <a:noAutofit/>
                    </a:bodyPr>
                    <a:lstStyle/>
                    <a:p>
                      <a:r>
                        <a:rPr sz="2400" b="0">
                          <a:solidFill>
                            <a:srgbClr val="111111"/>
                          </a:solidFill>
                          <a:latin typeface="Noto Sans CJK JP"/>
                          <a:ea typeface="Noto Sans CJK JP"/>
                          <a:cs typeface="Noto Sans CJK JP"/>
                        </a:rPr>
                        <a:t>参加者</a:t>
                      </a:r>
                    </a:p>
                  </a:txBody>
                  <a:tcPr marL="91440" marR="91440" marT="45720" marB="45720" anchor="ctr">
                    <a:solidFill>
                      <a:srgbClr val="FFFFFF"/>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登録された1人の参加者</a:t>
                      </a:r>
                    </a:p>
                  </a:txBody>
                  <a:tcPr marL="91440" marR="91440" marT="45720" marB="45720" anchor="ctr">
                    <a:solidFill>
                      <a:srgbClr val="FFFFFF"/>
                    </a:solidFill>
                  </a:tcPr>
                </a:tc>
              </a:tr>
              <a:tr h="771525">
                <a:tc>
                  <a:txBody>
                    <a:bodyPr wrap="none" lIns="133350" tIns="95250" rIns="114300" bIns="95250">
                      <a:noAutofit/>
                    </a:bodyPr>
                    <a:lstStyle/>
                    <a:p>
                      <a:r>
                        <a:rPr sz="2400" b="0">
                          <a:solidFill>
                            <a:srgbClr val="111111"/>
                          </a:solidFill>
                          <a:latin typeface="Noto Sans CJK JP"/>
                          <a:ea typeface="Noto Sans CJK JP"/>
                          <a:cs typeface="Noto Sans CJK JP"/>
                        </a:rPr>
                        <a:t>開催回</a:t>
                      </a:r>
                    </a:p>
                  </a:txBody>
                  <a:tcPr marL="91440" marR="91440" marT="45720" marB="45720" anchor="ctr">
                    <a:solidFill>
                      <a:srgbClr val="FFFFFF"/>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特定日時の1回の開催</a:t>
                      </a:r>
                    </a:p>
                  </a:txBody>
                  <a:tcPr marL="91440" marR="91440" marT="45720" marB="45720" anchor="ctr">
                    <a:solidFill>
                      <a:srgbClr val="FFFFFF"/>
                    </a:solidFill>
                  </a:tcPr>
                </a:tc>
              </a:tr>
              <a:tr h="771525">
                <a:tc>
                  <a:txBody>
                    <a:bodyPr wrap="none" lIns="133350" tIns="95250" rIns="114300" bIns="95250">
                      <a:noAutofit/>
                    </a:bodyPr>
                    <a:lstStyle/>
                    <a:p>
                      <a:r>
                        <a:rPr sz="2400" b="1">
                          <a:solidFill>
                            <a:srgbClr val="175CD3"/>
                          </a:solidFill>
                          <a:latin typeface="Noto Sans CJK JP"/>
                          <a:ea typeface="Noto Sans CJK JP"/>
                          <a:cs typeface="Noto Sans CJK JP"/>
                        </a:rPr>
                        <a:t>申込</a:t>
                      </a:r>
                    </a:p>
                  </a:txBody>
                  <a:tcPr marL="91440" marR="91440" marT="45720" marB="45720" anchor="ctr">
                    <a:solidFill>
                      <a:srgbClr val="EAF1FC"/>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1人による1開催回への申込</a:t>
                      </a:r>
                    </a:p>
                  </a:txBody>
                  <a:tcPr marL="91440" marR="91440" marT="45720" marB="45720" anchor="ctr">
                    <a:solidFill>
                      <a:srgbClr val="FFFFFF"/>
                    </a:solidFill>
                  </a:tcPr>
                </a:tc>
              </a:tr>
            </a:tbl>
          </a:graphicData>
        </a:graphic>
      </p:graphicFrame>
      <p:sp>
        <p:nvSpPr>
          <p:cNvPr id="7" name="text-86">
            <a:extLst xmlns:a="http://schemas.openxmlformats.org/drawingml/2006/main">
              <a:ext uri="{FF2B5EF4-FFF2-40B4-BE49-F238E27FC236}">
                <a16:creationId xmlns:a16="http://schemas.microsoft.com/office/drawing/2014/main" id="{D630B983-F93F-428A-98CF-1C155206FCE1}"/>
              </a:ext>
            </a:extLst>
          </p:cNvPr>
          <p:cNvSpPr>
            <a:spLocks xmlns:a="http://schemas.openxmlformats.org/drawingml/2006/main" noGrp="1"/>
          </p:cNvSpPr>
          <p:nvPr/>
        </p:nvSpPr>
        <p:spPr>
          <a:xfrm xmlns:a="http://schemas.openxmlformats.org/drawingml/2006/main">
            <a:off x="609600" y="5705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「申し込んだ」という出来事も、独立して記録する。</a:t>
            </a:r>
          </a:p>
        </p:txBody>
      </p:sp>
    </p:spTree>
    <p:extLst>
      <p:ext uri="{BB962C8B-B14F-4D97-AF65-F5344CB8AC3E}">
        <p14:creationId xmlns:p14="http://schemas.microsoft.com/office/powerpoint/2010/main" val="15611227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87">
            <a:extLst xmlns:a="http://schemas.openxmlformats.org/drawingml/2006/main">
              <a:ext uri="{FF2B5EF4-FFF2-40B4-BE49-F238E27FC236}">
                <a16:creationId xmlns:a16="http://schemas.microsoft.com/office/drawing/2014/main" id="{92238D4D-FD91-450B-B613-8DB90FBB3253}"/>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③ 同じものをどう見分けるか</a:t>
            </a:r>
          </a:p>
        </p:txBody>
      </p:sp>
      <p:sp>
        <p:nvSpPr>
          <p:cNvPr id="2" name="text-88">
            <a:extLst xmlns:a="http://schemas.openxmlformats.org/drawingml/2006/main">
              <a:ext uri="{FF2B5EF4-FFF2-40B4-BE49-F238E27FC236}">
                <a16:creationId xmlns:a16="http://schemas.microsoft.com/office/drawing/2014/main" id="{1A81980C-75B9-4AB2-9202-78A08107081F}"/>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名前が変わっても、関係を保つ</a:t>
            </a:r>
          </a:p>
        </p:txBody>
      </p:sp>
      <p:sp>
        <p:nvSpPr>
          <p:cNvPr id="3" name="rule-89">
            <a:extLst xmlns:a="http://schemas.openxmlformats.org/drawingml/2006/main">
              <a:ext uri="{FF2B5EF4-FFF2-40B4-BE49-F238E27FC236}">
                <a16:creationId xmlns:a16="http://schemas.microsoft.com/office/drawing/2014/main" id="{76C4F20D-9690-4A46-8FC2-EADF21C2E0ED}"/>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90">
            <a:extLst xmlns:a="http://schemas.openxmlformats.org/drawingml/2006/main">
              <a:ext uri="{FF2B5EF4-FFF2-40B4-BE49-F238E27FC236}">
                <a16:creationId xmlns:a16="http://schemas.microsoft.com/office/drawing/2014/main" id="{46663506-E773-4D14-BAD9-CA2FBD2781B2}"/>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91">
            <a:extLst xmlns:a="http://schemas.openxmlformats.org/drawingml/2006/main">
              <a:ext uri="{FF2B5EF4-FFF2-40B4-BE49-F238E27FC236}">
                <a16:creationId xmlns:a16="http://schemas.microsoft.com/office/drawing/2014/main" id="{16093687-AFA0-42BD-99AF-35A1420EF160}"/>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09</a:t>
            </a:r>
          </a:p>
        </p:txBody>
      </p:sp>
      <p:sp>
        <p:nvSpPr>
          <p:cNvPr id="6" name="text-92">
            <a:extLst xmlns:a="http://schemas.openxmlformats.org/drawingml/2006/main">
              <a:ext uri="{FF2B5EF4-FFF2-40B4-BE49-F238E27FC236}">
                <a16:creationId xmlns:a16="http://schemas.microsoft.com/office/drawing/2014/main" id="{9B53E7C3-4CA7-4960-B807-21BB3D66895F}"/>
              </a:ext>
            </a:extLst>
          </p:cNvPr>
          <p:cNvSpPr>
            <a:spLocks xmlns:a="http://schemas.openxmlformats.org/drawingml/2006/main" noGrp="1"/>
          </p:cNvSpPr>
          <p:nvPr/>
        </p:nvSpPr>
        <p:spPr>
          <a:xfrm xmlns:a="http://schemas.openxmlformats.org/drawingml/2006/main">
            <a:off x="609600" y="20288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同姓同名の参加者がいる例</a:t>
            </a:r>
          </a:p>
        </p:txBody>
      </p:sp>
      <p:graphicFrame>
        <p:nvGraphicFramePr>
          <p:cNvPr id="18" name=""/>
          <p:cNvGraphicFramePr/>
          <p:nvPr/>
        </p:nvGraphicFramePr>
        <p:xfrm>
          <a:off xmlns:a="http://schemas.openxmlformats.org/drawingml/2006/main" x="609600" y="2676525"/>
          <a:ext xmlns:a="http://schemas.openxmlformats.org/drawingml/2006/main" cx="5143500" cy="2200275"/>
        </p:xfrm>
        <a:graphic xmlns:a="http://schemas.openxmlformats.org/drawingml/2006/main">
          <a:graphicData uri="http://schemas.openxmlformats.org/drawingml/2006/table">
            <a:tbl>
              <a:tblPr firstRow="0" bandRow="0"/>
              <a:tblGrid>
                <a:gridCol w="1524000"/>
                <a:gridCol w="3619500"/>
              </a:tblGrid>
              <a:tr h="733425">
                <a:tc>
                  <a:txBody>
                    <a:bodyPr wrap="none" lIns="133350" tIns="95250" rIns="114300" bIns="95250">
                      <a:noAutofit/>
                    </a:bodyPr>
                    <a:lstStyle/>
                    <a:p>
                      <a:r>
                        <a:rPr sz="2250" b="1">
                          <a:solidFill>
                            <a:srgbClr val="111111"/>
                          </a:solidFill>
                          <a:latin typeface="Noto Sans CJK JP"/>
                          <a:ea typeface="Noto Sans CJK JP"/>
                          <a:cs typeface="Noto Sans CJK JP"/>
                        </a:rPr>
                        <a:t>ID</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氏名</a:t>
                      </a:r>
                    </a:p>
                  </a:txBody>
                  <a:tcPr marL="91440" marR="91440" marT="45720" marB="45720" anchor="ctr">
                    <a:solidFill>
                      <a:srgbClr val="F1F2F4"/>
                    </a:solidFill>
                  </a:tcPr>
                </a:tc>
              </a:tr>
              <a:tr h="733425">
                <a:tc>
                  <a:txBody>
                    <a:bodyPr wrap="none" lIns="133350" tIns="95250" rIns="114300" bIns="95250">
                      <a:noAutofit/>
                    </a:bodyPr>
                    <a:lstStyle/>
                    <a:p>
                      <a:r>
                        <a:rPr sz="2250" b="1">
                          <a:solidFill>
                            <a:srgbClr val="175CD3"/>
                          </a:solidFill>
                          <a:latin typeface="Noto Sans CJK JP"/>
                          <a:ea typeface="Noto Sans CJK JP"/>
                          <a:cs typeface="Noto Sans CJK JP"/>
                        </a:rPr>
                        <a:t>P01</a:t>
                      </a:r>
                    </a:p>
                  </a:txBody>
                  <a:tcPr marL="91440" marR="91440" marT="45720" marB="45720" anchor="ctr">
                    <a:solidFill>
                      <a:srgbClr val="EAF1FC"/>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佐藤花子</a:t>
                      </a:r>
                    </a:p>
                  </a:txBody>
                  <a:tcPr marL="91440" marR="91440" marT="45720" marB="45720" anchor="ctr">
                    <a:solidFill>
                      <a:srgbClr val="FFFFFF"/>
                    </a:solidFill>
                  </a:tcPr>
                </a:tc>
              </a:tr>
              <a:tr h="733425">
                <a:tc>
                  <a:txBody>
                    <a:bodyPr wrap="none" lIns="133350" tIns="95250" rIns="114300" bIns="95250">
                      <a:noAutofit/>
                    </a:bodyPr>
                    <a:lstStyle/>
                    <a:p>
                      <a:r>
                        <a:rPr sz="2250" b="1">
                          <a:solidFill>
                            <a:srgbClr val="175CD3"/>
                          </a:solidFill>
                          <a:latin typeface="Noto Sans CJK JP"/>
                          <a:ea typeface="Noto Sans CJK JP"/>
                          <a:cs typeface="Noto Sans CJK JP"/>
                        </a:rPr>
                        <a:t>P02</a:t>
                      </a:r>
                    </a:p>
                  </a:txBody>
                  <a:tcPr marL="91440" marR="91440" marT="45720" marB="45720" anchor="ctr">
                    <a:solidFill>
                      <a:srgbClr val="EAF1FC"/>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佐藤花子</a:t>
                      </a:r>
                    </a:p>
                  </a:txBody>
                  <a:tcPr marL="91440" marR="91440" marT="45720" marB="45720" anchor="ctr">
                    <a:solidFill>
                      <a:srgbClr val="FFFFFF"/>
                    </a:solidFill>
                  </a:tcPr>
                </a:tc>
              </a:tr>
            </a:tbl>
          </a:graphicData>
        </a:graphic>
      </p:graphicFrame>
      <p:sp>
        <p:nvSpPr>
          <p:cNvPr id="8" name="text-94">
            <a:extLst xmlns:a="http://schemas.openxmlformats.org/drawingml/2006/main">
              <a:ext uri="{FF2B5EF4-FFF2-40B4-BE49-F238E27FC236}">
                <a16:creationId xmlns:a16="http://schemas.microsoft.com/office/drawing/2014/main" id="{DCA96830-73EC-4801-8569-336D5E6FC803}"/>
              </a:ext>
            </a:extLst>
          </p:cNvPr>
          <p:cNvSpPr>
            <a:spLocks xmlns:a="http://schemas.openxmlformats.org/drawingml/2006/main" noGrp="1"/>
          </p:cNvSpPr>
          <p:nvPr/>
        </p:nvSpPr>
        <p:spPr>
          <a:xfrm xmlns:a="http://schemas.openxmlformats.org/drawingml/2006/main">
            <a:off x="6438900" y="20288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申込が参照するもの</a:t>
            </a:r>
          </a:p>
        </p:txBody>
      </p:sp>
      <p:sp>
        <p:nvSpPr>
          <p:cNvPr id="9" name="text-95">
            <a:extLst xmlns:a="http://schemas.openxmlformats.org/drawingml/2006/main">
              <a:ext uri="{FF2B5EF4-FFF2-40B4-BE49-F238E27FC236}">
                <a16:creationId xmlns:a16="http://schemas.microsoft.com/office/drawing/2014/main" id="{520B9CDD-D251-4F08-8D64-3A6E93DDA74B}"/>
              </a:ext>
            </a:extLst>
          </p:cNvPr>
          <p:cNvSpPr>
            <a:spLocks xmlns:a="http://schemas.openxmlformats.org/drawingml/2006/main" noGrp="1"/>
          </p:cNvSpPr>
          <p:nvPr/>
        </p:nvSpPr>
        <p:spPr>
          <a:xfrm xmlns:a="http://schemas.openxmlformats.org/drawingml/2006/main">
            <a:off x="6438900" y="28956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5CD3"/>
                </a:solidFill>
                <a:latin typeface="Noto Sans CJK JP"/>
                <a:ea typeface="Noto Sans CJK JP"/>
                <a:cs typeface="Noto Sans CJK JP"/>
              </a:defRPr>
            </a:pPr>
            <a:r>
              <a:rPr sz="3300" b="1">
                <a:solidFill>
                  <a:srgbClr val="175CD3"/>
                </a:solidFill>
                <a:latin typeface="Noto Sans CJK JP"/>
                <a:ea typeface="Noto Sans CJK JP"/>
                <a:cs typeface="Noto Sans CJK JP"/>
              </a:rPr>
              <a:t>参加者ID：P01</a:t>
            </a:r>
          </a:p>
        </p:txBody>
      </p:sp>
      <p:sp>
        <p:nvSpPr>
          <p:cNvPr id="10" name="text-96">
            <a:extLst xmlns:a="http://schemas.openxmlformats.org/drawingml/2006/main">
              <a:ext uri="{FF2B5EF4-FFF2-40B4-BE49-F238E27FC236}">
                <a16:creationId xmlns:a16="http://schemas.microsoft.com/office/drawing/2014/main" id="{9EEF0793-9118-4520-992B-6352B6F27024}"/>
              </a:ext>
            </a:extLst>
          </p:cNvPr>
          <p:cNvSpPr>
            <a:spLocks xmlns:a="http://schemas.openxmlformats.org/drawingml/2006/main" noGrp="1"/>
          </p:cNvSpPr>
          <p:nvPr/>
        </p:nvSpPr>
        <p:spPr>
          <a:xfrm xmlns:a="http://schemas.openxmlformats.org/drawingml/2006/main">
            <a:off x="6438900" y="39624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名前を変更しても、</a:t>
            </a:r>
          </a:p>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同じ参加者への申込と分かる。</a:t>
            </a:r>
          </a:p>
        </p:txBody>
      </p:sp>
      <p:sp>
        <p:nvSpPr>
          <p:cNvPr id="11" name="text-97">
            <a:extLst xmlns:a="http://schemas.openxmlformats.org/drawingml/2006/main">
              <a:ext uri="{FF2B5EF4-FFF2-40B4-BE49-F238E27FC236}">
                <a16:creationId xmlns:a16="http://schemas.microsoft.com/office/drawing/2014/main" id="{06A8F270-BD7F-4F10-88DC-C1515F54404B}"/>
              </a:ext>
            </a:extLst>
          </p:cNvPr>
          <p:cNvSpPr>
            <a:spLocks xmlns:a="http://schemas.openxmlformats.org/drawingml/2006/main" noGrp="1"/>
          </p:cNvSpPr>
          <p:nvPr/>
        </p:nvSpPr>
        <p:spPr>
          <a:xfrm xmlns:a="http://schemas.openxmlformats.org/drawingml/2006/main">
            <a:off x="609600" y="5676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IDによる識別と、同一人物の判定は分けて考える。</a:t>
            </a:r>
          </a:p>
        </p:txBody>
      </p:sp>
    </p:spTree>
    <p:extLst>
      <p:ext uri="{BB962C8B-B14F-4D97-AF65-F5344CB8AC3E}">
        <p14:creationId xmlns:p14="http://schemas.microsoft.com/office/powerpoint/2010/main" val="6935938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98">
            <a:extLst xmlns:a="http://schemas.openxmlformats.org/drawingml/2006/main">
              <a:ext uri="{FF2B5EF4-FFF2-40B4-BE49-F238E27FC236}">
                <a16:creationId xmlns:a16="http://schemas.microsoft.com/office/drawing/2014/main" id="{7836B27F-4B12-4CC9-9180-28578AA80C33}"/>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④ 関係と数</a:t>
            </a:r>
          </a:p>
        </p:txBody>
      </p:sp>
      <p:sp>
        <p:nvSpPr>
          <p:cNvPr id="2" name="text-99">
            <a:extLst xmlns:a="http://schemas.openxmlformats.org/drawingml/2006/main">
              <a:ext uri="{FF2B5EF4-FFF2-40B4-BE49-F238E27FC236}">
                <a16:creationId xmlns:a16="http://schemas.microsoft.com/office/drawing/2014/main" id="{52DF3216-1509-4FD2-815B-1BB1697BCBE8}"/>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申込は、参加者と開催回をつなぐ</a:t>
            </a:r>
          </a:p>
        </p:txBody>
      </p:sp>
      <p:sp>
        <p:nvSpPr>
          <p:cNvPr id="3" name="rule-100">
            <a:extLst xmlns:a="http://schemas.openxmlformats.org/drawingml/2006/main">
              <a:ext uri="{FF2B5EF4-FFF2-40B4-BE49-F238E27FC236}">
                <a16:creationId xmlns:a16="http://schemas.microsoft.com/office/drawing/2014/main" id="{385E4057-B206-494E-B6CC-226706376778}"/>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01">
            <a:extLst xmlns:a="http://schemas.openxmlformats.org/drawingml/2006/main">
              <a:ext uri="{FF2B5EF4-FFF2-40B4-BE49-F238E27FC236}">
                <a16:creationId xmlns:a16="http://schemas.microsoft.com/office/drawing/2014/main" id="{EF3A76F2-BC3F-4883-B3CC-4B1515EDC139}"/>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02">
            <a:extLst xmlns:a="http://schemas.openxmlformats.org/drawingml/2006/main">
              <a:ext uri="{FF2B5EF4-FFF2-40B4-BE49-F238E27FC236}">
                <a16:creationId xmlns:a16="http://schemas.microsoft.com/office/drawing/2014/main" id="{2F455D87-87C6-4632-A3CB-CDFACF964E94}"/>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10</a:t>
            </a:r>
          </a:p>
        </p:txBody>
      </p:sp>
      <p:sp>
        <p:nvSpPr>
          <p:cNvPr id="6" name="rule-103">
            <a:extLst xmlns:a="http://schemas.openxmlformats.org/drawingml/2006/main">
              <a:ext uri="{FF2B5EF4-FFF2-40B4-BE49-F238E27FC236}">
                <a16:creationId xmlns:a16="http://schemas.microsoft.com/office/drawing/2014/main" id="{03D0B1D2-2291-4CAC-AA4D-9E8906322ABB}"/>
              </a:ext>
            </a:extLst>
          </p:cNvPr>
          <p:cNvSpPr>
            <a:spLocks xmlns:a="http://schemas.openxmlformats.org/drawingml/2006/main" noGrp="1"/>
          </p:cNvSpPr>
          <p:nvPr/>
        </p:nvSpPr>
        <p:spPr>
          <a:xfrm xmlns:a="http://schemas.openxmlformats.org/drawingml/2006/main">
            <a:off x="3276600" y="3438525"/>
            <a:ext cx="1333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7" name="rule-104">
            <a:extLst xmlns:a="http://schemas.openxmlformats.org/drawingml/2006/main">
              <a:ext uri="{FF2B5EF4-FFF2-40B4-BE49-F238E27FC236}">
                <a16:creationId xmlns:a16="http://schemas.microsoft.com/office/drawing/2014/main" id="{92D1ACC8-8878-4297-BFBA-4A30521BD8FD}"/>
              </a:ext>
            </a:extLst>
          </p:cNvPr>
          <p:cNvSpPr>
            <a:spLocks xmlns:a="http://schemas.openxmlformats.org/drawingml/2006/main" noGrp="1"/>
          </p:cNvSpPr>
          <p:nvPr/>
        </p:nvSpPr>
        <p:spPr>
          <a:xfrm xmlns:a="http://schemas.openxmlformats.org/drawingml/2006/main">
            <a:off x="7581900" y="3438525"/>
            <a:ext cx="1333500" cy="0"/>
          </a:xfrm>
          <a:prstGeom xmlns:a="http://schemas.openxmlformats.org/drawingml/2006/main" prst="line">
            <a:avLst/>
          </a:prstGeom>
          <a:noFill xmlns:a="http://schemas.openxmlformats.org/drawingml/2006/main"/>
          <a:ln xmlns:a="http://schemas.openxmlformats.org/drawingml/2006/main" w="19050">
            <a:solidFill>
              <a:srgbClr val="111111"/>
            </a:solidFill>
            <a:prstDash val="solid"/>
          </a:ln>
        </p:spPr>
      </p:sp>
      <p:sp>
        <p:nvSpPr>
          <p:cNvPr id="8" name="text-105">
            <a:extLst xmlns:a="http://schemas.openxmlformats.org/drawingml/2006/main">
              <a:ext uri="{FF2B5EF4-FFF2-40B4-BE49-F238E27FC236}">
                <a16:creationId xmlns:a16="http://schemas.microsoft.com/office/drawing/2014/main" id="{59BE4FBE-754A-4F99-8888-4366B4AE0CC9}"/>
              </a:ext>
            </a:extLst>
          </p:cNvPr>
          <p:cNvSpPr>
            <a:spLocks xmlns:a="http://schemas.openxmlformats.org/drawingml/2006/main" noGrp="1"/>
          </p:cNvSpPr>
          <p:nvPr/>
        </p:nvSpPr>
        <p:spPr>
          <a:xfrm xmlns:a="http://schemas.openxmlformats.org/drawingml/2006/main">
            <a:off x="3343275" y="2924175"/>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11111"/>
                </a:solidFill>
                <a:latin typeface="Noto Sans CJK JP"/>
                <a:ea typeface="Noto Sans CJK JP"/>
                <a:cs typeface="Noto Sans CJK JP"/>
              </a:defRPr>
            </a:pPr>
            <a:r>
              <a:rPr sz="1950" b="1">
                <a:solidFill>
                  <a:srgbClr val="111111"/>
                </a:solidFill>
                <a:latin typeface="Noto Sans CJK JP"/>
                <a:ea typeface="Noto Sans CJK JP"/>
                <a:cs typeface="Noto Sans CJK JP"/>
              </a:rPr>
              <a:t>1</a:t>
            </a:r>
          </a:p>
        </p:txBody>
      </p:sp>
      <p:sp>
        <p:nvSpPr>
          <p:cNvPr id="9" name="text-106">
            <a:extLst xmlns:a="http://schemas.openxmlformats.org/drawingml/2006/main">
              <a:ext uri="{FF2B5EF4-FFF2-40B4-BE49-F238E27FC236}">
                <a16:creationId xmlns:a16="http://schemas.microsoft.com/office/drawing/2014/main" id="{30A3D060-C50C-436E-B741-B57E8AD08B36}"/>
              </a:ext>
            </a:extLst>
          </p:cNvPr>
          <p:cNvSpPr>
            <a:spLocks xmlns:a="http://schemas.openxmlformats.org/drawingml/2006/main" noGrp="1"/>
          </p:cNvSpPr>
          <p:nvPr/>
        </p:nvSpPr>
        <p:spPr>
          <a:xfrm xmlns:a="http://schemas.openxmlformats.org/drawingml/2006/main">
            <a:off x="3743325" y="37814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11111"/>
                </a:solidFill>
                <a:latin typeface="Noto Sans CJK JP"/>
                <a:ea typeface="Noto Sans CJK JP"/>
                <a:cs typeface="Noto Sans CJK JP"/>
              </a:defRPr>
            </a:pPr>
            <a:r>
              <a:rPr sz="1875" b="0">
                <a:solidFill>
                  <a:srgbClr val="111111"/>
                </a:solidFill>
                <a:latin typeface="Noto Sans CJK JP"/>
                <a:ea typeface="Noto Sans CJK JP"/>
                <a:cs typeface="Noto Sans CJK JP"/>
              </a:rPr>
              <a:t>0件以上</a:t>
            </a:r>
          </a:p>
        </p:txBody>
      </p:sp>
      <p:sp>
        <p:nvSpPr>
          <p:cNvPr id="10" name="text-107">
            <a:extLst xmlns:a="http://schemas.openxmlformats.org/drawingml/2006/main">
              <a:ext uri="{FF2B5EF4-FFF2-40B4-BE49-F238E27FC236}">
                <a16:creationId xmlns:a16="http://schemas.microsoft.com/office/drawing/2014/main" id="{C9578667-C13C-414B-B938-BE906DD6F31B}"/>
              </a:ext>
            </a:extLst>
          </p:cNvPr>
          <p:cNvSpPr>
            <a:spLocks xmlns:a="http://schemas.openxmlformats.org/drawingml/2006/main" noGrp="1"/>
          </p:cNvSpPr>
          <p:nvPr/>
        </p:nvSpPr>
        <p:spPr>
          <a:xfrm xmlns:a="http://schemas.openxmlformats.org/drawingml/2006/main">
            <a:off x="7553325" y="37814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11111"/>
                </a:solidFill>
                <a:latin typeface="Noto Sans CJK JP"/>
                <a:ea typeface="Noto Sans CJK JP"/>
                <a:cs typeface="Noto Sans CJK JP"/>
              </a:defRPr>
            </a:pPr>
            <a:r>
              <a:rPr sz="1875" b="0">
                <a:solidFill>
                  <a:srgbClr val="111111"/>
                </a:solidFill>
                <a:latin typeface="Noto Sans CJK JP"/>
                <a:ea typeface="Noto Sans CJK JP"/>
                <a:cs typeface="Noto Sans CJK JP"/>
              </a:rPr>
              <a:t>0件以上</a:t>
            </a:r>
          </a:p>
        </p:txBody>
      </p:sp>
      <p:sp>
        <p:nvSpPr>
          <p:cNvPr id="11" name="text-108">
            <a:extLst xmlns:a="http://schemas.openxmlformats.org/drawingml/2006/main">
              <a:ext uri="{FF2B5EF4-FFF2-40B4-BE49-F238E27FC236}">
                <a16:creationId xmlns:a16="http://schemas.microsoft.com/office/drawing/2014/main" id="{19C3035E-542A-4850-9440-8870E77B6029}"/>
              </a:ext>
            </a:extLst>
          </p:cNvPr>
          <p:cNvSpPr>
            <a:spLocks xmlns:a="http://schemas.openxmlformats.org/drawingml/2006/main" noGrp="1"/>
          </p:cNvSpPr>
          <p:nvPr/>
        </p:nvSpPr>
        <p:spPr>
          <a:xfrm xmlns:a="http://schemas.openxmlformats.org/drawingml/2006/main">
            <a:off x="8515350" y="2924175"/>
            <a:ext cx="40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11111"/>
                </a:solidFill>
                <a:latin typeface="Noto Sans CJK JP"/>
                <a:ea typeface="Noto Sans CJK JP"/>
                <a:cs typeface="Noto Sans CJK JP"/>
              </a:defRPr>
            </a:pPr>
            <a:r>
              <a:rPr sz="1950" b="1">
                <a:solidFill>
                  <a:srgbClr val="111111"/>
                </a:solidFill>
                <a:latin typeface="Noto Sans CJK JP"/>
                <a:ea typeface="Noto Sans CJK JP"/>
                <a:cs typeface="Noto Sans CJK JP"/>
              </a:rPr>
              <a:t>1</a:t>
            </a:r>
          </a:p>
        </p:txBody>
      </p:sp>
      <p:sp>
        <p:nvSpPr>
          <p:cNvPr id="12" name="surface-109">
            <a:extLst xmlns:a="http://schemas.openxmlformats.org/drawingml/2006/main">
              <a:ext uri="{FF2B5EF4-FFF2-40B4-BE49-F238E27FC236}">
                <a16:creationId xmlns:a16="http://schemas.microsoft.com/office/drawing/2014/main" id="{75FAA05C-4748-4B8E-8700-7CBC45DFA802}"/>
              </a:ext>
            </a:extLst>
          </p:cNvPr>
          <p:cNvSpPr>
            <a:spLocks xmlns:a="http://schemas.openxmlformats.org/drawingml/2006/main" noGrp="1"/>
          </p:cNvSpPr>
          <p:nvPr/>
        </p:nvSpPr>
        <p:spPr>
          <a:xfrm xmlns:a="http://schemas.openxmlformats.org/drawingml/2006/main">
            <a:off x="609600" y="2562225"/>
            <a:ext cx="2667000" cy="1876425"/>
          </a:xfrm>
          <a:prstGeom xmlns:a="http://schemas.openxmlformats.org/drawingml/2006/main" prst="rect">
            <a:avLst/>
          </a:prstGeom>
          <a:solidFill xmlns:a="http://schemas.openxmlformats.org/drawingml/2006/main">
            <a:srgbClr val="F1F2F4"/>
          </a:solidFill>
          <a:ln xmlns:a="http://schemas.openxmlformats.org/drawingml/2006/main" w="0">
            <a:noFill/>
          </a:ln>
        </p:spPr>
      </p:sp>
      <p:sp>
        <p:nvSpPr>
          <p:cNvPr id="13" name="surface-110">
            <a:extLst xmlns:a="http://schemas.openxmlformats.org/drawingml/2006/main">
              <a:ext uri="{FF2B5EF4-FFF2-40B4-BE49-F238E27FC236}">
                <a16:creationId xmlns:a16="http://schemas.microsoft.com/office/drawing/2014/main" id="{E24ACE0D-863F-4962-B196-69D72B1297D4}"/>
              </a:ext>
            </a:extLst>
          </p:cNvPr>
          <p:cNvSpPr>
            <a:spLocks xmlns:a="http://schemas.openxmlformats.org/drawingml/2006/main" noGrp="1"/>
          </p:cNvSpPr>
          <p:nvPr/>
        </p:nvSpPr>
        <p:spPr>
          <a:xfrm xmlns:a="http://schemas.openxmlformats.org/drawingml/2006/main">
            <a:off x="4610100" y="2314575"/>
            <a:ext cx="2971800" cy="2371725"/>
          </a:xfrm>
          <a:prstGeom xmlns:a="http://schemas.openxmlformats.org/drawingml/2006/main" prst="rect">
            <a:avLst/>
          </a:prstGeom>
          <a:solidFill xmlns:a="http://schemas.openxmlformats.org/drawingml/2006/main">
            <a:srgbClr val="EAF1FC"/>
          </a:solidFill>
          <a:ln xmlns:a="http://schemas.openxmlformats.org/drawingml/2006/main" w="0">
            <a:noFill/>
          </a:ln>
        </p:spPr>
      </p:sp>
      <p:sp>
        <p:nvSpPr>
          <p:cNvPr id="14" name="surface-111">
            <a:extLst xmlns:a="http://schemas.openxmlformats.org/drawingml/2006/main">
              <a:ext uri="{FF2B5EF4-FFF2-40B4-BE49-F238E27FC236}">
                <a16:creationId xmlns:a16="http://schemas.microsoft.com/office/drawing/2014/main" id="{72B4262C-BB93-45EC-B284-61BD199B534C}"/>
              </a:ext>
            </a:extLst>
          </p:cNvPr>
          <p:cNvSpPr>
            <a:spLocks xmlns:a="http://schemas.openxmlformats.org/drawingml/2006/main" noGrp="1"/>
          </p:cNvSpPr>
          <p:nvPr/>
        </p:nvSpPr>
        <p:spPr>
          <a:xfrm xmlns:a="http://schemas.openxmlformats.org/drawingml/2006/main">
            <a:off x="8915400" y="2562225"/>
            <a:ext cx="2667000" cy="1876425"/>
          </a:xfrm>
          <a:prstGeom xmlns:a="http://schemas.openxmlformats.org/drawingml/2006/main" prst="rect">
            <a:avLst/>
          </a:prstGeom>
          <a:solidFill xmlns:a="http://schemas.openxmlformats.org/drawingml/2006/main">
            <a:srgbClr val="F1F2F4"/>
          </a:solidFill>
          <a:ln xmlns:a="http://schemas.openxmlformats.org/drawingml/2006/main" w="0">
            <a:noFill/>
          </a:ln>
        </p:spPr>
      </p:sp>
      <p:sp>
        <p:nvSpPr>
          <p:cNvPr id="15" name="text-112">
            <a:extLst xmlns:a="http://schemas.openxmlformats.org/drawingml/2006/main">
              <a:ext uri="{FF2B5EF4-FFF2-40B4-BE49-F238E27FC236}">
                <a16:creationId xmlns:a16="http://schemas.microsoft.com/office/drawing/2014/main" id="{5907709A-E8BA-4706-A01A-FC7DD99F8370}"/>
              </a:ext>
            </a:extLst>
          </p:cNvPr>
          <p:cNvSpPr>
            <a:spLocks xmlns:a="http://schemas.openxmlformats.org/drawingml/2006/main" noGrp="1"/>
          </p:cNvSpPr>
          <p:nvPr/>
        </p:nvSpPr>
        <p:spPr>
          <a:xfrm xmlns:a="http://schemas.openxmlformats.org/drawingml/2006/main">
            <a:off x="847725" y="28098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参加者</a:t>
            </a:r>
          </a:p>
        </p:txBody>
      </p:sp>
      <p:sp>
        <p:nvSpPr>
          <p:cNvPr id="16" name="text-113">
            <a:extLst xmlns:a="http://schemas.openxmlformats.org/drawingml/2006/main">
              <a:ext uri="{FF2B5EF4-FFF2-40B4-BE49-F238E27FC236}">
                <a16:creationId xmlns:a16="http://schemas.microsoft.com/office/drawing/2014/main" id="{B87BEE60-2DCB-4AAB-8373-EC2C626B9ACA}"/>
              </a:ext>
            </a:extLst>
          </p:cNvPr>
          <p:cNvSpPr>
            <a:spLocks xmlns:a="http://schemas.openxmlformats.org/drawingml/2006/main" noGrp="1"/>
          </p:cNvSpPr>
          <p:nvPr/>
        </p:nvSpPr>
        <p:spPr>
          <a:xfrm xmlns:a="http://schemas.openxmlformats.org/drawingml/2006/main">
            <a:off x="847725" y="36576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11111"/>
                </a:solidFill>
                <a:latin typeface="Noto Sans CJK JP"/>
                <a:ea typeface="Noto Sans CJK JP"/>
                <a:cs typeface="Noto Sans CJK JP"/>
              </a:defRPr>
            </a:pPr>
            <a:r>
              <a:rPr sz="1800" b="0">
                <a:solidFill>
                  <a:srgbClr val="111111"/>
                </a:solidFill>
                <a:latin typeface="Noto Sans CJK JP"/>
                <a:ea typeface="Noto Sans CJK JP"/>
                <a:cs typeface="Noto Sans CJK JP"/>
              </a:rPr>
              <a:t>ID・氏名・メール</a:t>
            </a:r>
          </a:p>
        </p:txBody>
      </p:sp>
      <p:sp>
        <p:nvSpPr>
          <p:cNvPr id="17" name="text-114">
            <a:extLst xmlns:a="http://schemas.openxmlformats.org/drawingml/2006/main">
              <a:ext uri="{FF2B5EF4-FFF2-40B4-BE49-F238E27FC236}">
                <a16:creationId xmlns:a16="http://schemas.microsoft.com/office/drawing/2014/main" id="{049D03F3-CBCE-4A61-97BC-CBD1015C4E09}"/>
              </a:ext>
            </a:extLst>
          </p:cNvPr>
          <p:cNvSpPr>
            <a:spLocks xmlns:a="http://schemas.openxmlformats.org/drawingml/2006/main" noGrp="1"/>
          </p:cNvSpPr>
          <p:nvPr/>
        </p:nvSpPr>
        <p:spPr>
          <a:xfrm xmlns:a="http://schemas.openxmlformats.org/drawingml/2006/main">
            <a:off x="4848225" y="2619375"/>
            <a:ext cx="2495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5CD3"/>
                </a:solidFill>
                <a:latin typeface="Noto Sans CJK JP"/>
                <a:ea typeface="Noto Sans CJK JP"/>
                <a:cs typeface="Noto Sans CJK JP"/>
              </a:defRPr>
            </a:pPr>
            <a:r>
              <a:rPr sz="3150" b="1">
                <a:solidFill>
                  <a:srgbClr val="175CD3"/>
                </a:solidFill>
                <a:latin typeface="Noto Sans CJK JP"/>
                <a:ea typeface="Noto Sans CJK JP"/>
                <a:cs typeface="Noto Sans CJK JP"/>
              </a:rPr>
              <a:t>申込</a:t>
            </a:r>
          </a:p>
        </p:txBody>
      </p:sp>
      <p:sp>
        <p:nvSpPr>
          <p:cNvPr id="18" name="text-115">
            <a:extLst xmlns:a="http://schemas.openxmlformats.org/drawingml/2006/main">
              <a:ext uri="{FF2B5EF4-FFF2-40B4-BE49-F238E27FC236}">
                <a16:creationId xmlns:a16="http://schemas.microsoft.com/office/drawing/2014/main" id="{989832F1-F4E2-4FE5-935A-5A6F8458C36E}"/>
              </a:ext>
            </a:extLst>
          </p:cNvPr>
          <p:cNvSpPr>
            <a:spLocks xmlns:a="http://schemas.openxmlformats.org/drawingml/2006/main" noGrp="1"/>
          </p:cNvSpPr>
          <p:nvPr/>
        </p:nvSpPr>
        <p:spPr>
          <a:xfrm xmlns:a="http://schemas.openxmlformats.org/drawingml/2006/main">
            <a:off x="4848225" y="3514725"/>
            <a:ext cx="2495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11111"/>
                </a:solidFill>
                <a:latin typeface="Noto Sans CJK JP"/>
                <a:ea typeface="Noto Sans CJK JP"/>
                <a:cs typeface="Noto Sans CJK JP"/>
              </a:defRPr>
            </a:pPr>
            <a:r>
              <a:rPr sz="1950" b="0">
                <a:solidFill>
                  <a:srgbClr val="111111"/>
                </a:solidFill>
                <a:latin typeface="Noto Sans CJK JP"/>
                <a:ea typeface="Noto Sans CJK JP"/>
                <a:cs typeface="Noto Sans CJK JP"/>
              </a:rPr>
              <a:t>参加者ID・開催回ID</a:t>
            </a:r>
          </a:p>
          <a:p xmlns:a="http://schemas.openxmlformats.org/drawingml/2006/main">
            <a:pPr algn="l">
              <a:defRPr sz="1950" b="0">
                <a:solidFill>
                  <a:srgbClr val="111111"/>
                </a:solidFill>
                <a:latin typeface="Noto Sans CJK JP"/>
                <a:ea typeface="Noto Sans CJK JP"/>
                <a:cs typeface="Noto Sans CJK JP"/>
              </a:defRPr>
            </a:pPr>
            <a:r>
              <a:rPr sz="1950" b="0">
                <a:solidFill>
                  <a:srgbClr val="111111"/>
                </a:solidFill>
                <a:latin typeface="Noto Sans CJK JP"/>
                <a:ea typeface="Noto Sans CJK JP"/>
                <a:cs typeface="Noto Sans CJK JP"/>
              </a:rPr>
              <a:t>申込日時・状態</a:t>
            </a:r>
          </a:p>
        </p:txBody>
      </p:sp>
      <p:sp>
        <p:nvSpPr>
          <p:cNvPr id="19" name="text-116">
            <a:extLst xmlns:a="http://schemas.openxmlformats.org/drawingml/2006/main">
              <a:ext uri="{FF2B5EF4-FFF2-40B4-BE49-F238E27FC236}">
                <a16:creationId xmlns:a16="http://schemas.microsoft.com/office/drawing/2014/main" id="{E49AE9BB-E533-4C74-BC31-8B39AEFD0158}"/>
              </a:ext>
            </a:extLst>
          </p:cNvPr>
          <p:cNvSpPr>
            <a:spLocks xmlns:a="http://schemas.openxmlformats.org/drawingml/2006/main" noGrp="1"/>
          </p:cNvSpPr>
          <p:nvPr/>
        </p:nvSpPr>
        <p:spPr>
          <a:xfrm xmlns:a="http://schemas.openxmlformats.org/drawingml/2006/main">
            <a:off x="9153525" y="28098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開催回</a:t>
            </a:r>
          </a:p>
        </p:txBody>
      </p:sp>
      <p:sp>
        <p:nvSpPr>
          <p:cNvPr id="20" name="text-117">
            <a:extLst xmlns:a="http://schemas.openxmlformats.org/drawingml/2006/main">
              <a:ext uri="{FF2B5EF4-FFF2-40B4-BE49-F238E27FC236}">
                <a16:creationId xmlns:a16="http://schemas.microsoft.com/office/drawing/2014/main" id="{035FD25D-1499-4618-BCF8-09C7D3284AF1}"/>
              </a:ext>
            </a:extLst>
          </p:cNvPr>
          <p:cNvSpPr>
            <a:spLocks xmlns:a="http://schemas.openxmlformats.org/drawingml/2006/main" noGrp="1"/>
          </p:cNvSpPr>
          <p:nvPr/>
        </p:nvSpPr>
        <p:spPr>
          <a:xfrm xmlns:a="http://schemas.openxmlformats.org/drawingml/2006/main">
            <a:off x="9153525" y="36576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11111"/>
                </a:solidFill>
                <a:latin typeface="Noto Sans CJK JP"/>
                <a:ea typeface="Noto Sans CJK JP"/>
                <a:cs typeface="Noto Sans CJK JP"/>
              </a:defRPr>
            </a:pPr>
            <a:r>
              <a:rPr sz="1800" b="0">
                <a:solidFill>
                  <a:srgbClr val="111111"/>
                </a:solidFill>
                <a:latin typeface="Noto Sans CJK JP"/>
                <a:ea typeface="Noto Sans CJK JP"/>
                <a:cs typeface="Noto Sans CJK JP"/>
              </a:rPr>
              <a:t>ID・タイトル・日時</a:t>
            </a:r>
          </a:p>
        </p:txBody>
      </p:sp>
      <p:sp>
        <p:nvSpPr>
          <p:cNvPr id="21" name="text-118">
            <a:extLst xmlns:a="http://schemas.openxmlformats.org/drawingml/2006/main">
              <a:ext uri="{FF2B5EF4-FFF2-40B4-BE49-F238E27FC236}">
                <a16:creationId xmlns:a16="http://schemas.microsoft.com/office/drawing/2014/main" id="{CA29B578-88CA-4EFB-9E24-1DDAB27467EB}"/>
              </a:ext>
            </a:extLst>
          </p:cNvPr>
          <p:cNvSpPr>
            <a:spLocks xmlns:a="http://schemas.openxmlformats.org/drawingml/2006/main" noGrp="1"/>
          </p:cNvSpPr>
          <p:nvPr/>
        </p:nvSpPr>
        <p:spPr>
          <a:xfrm xmlns:a="http://schemas.openxmlformats.org/drawingml/2006/main">
            <a:off x="609600" y="56007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各申込は、必ず1人の参加者と1つの開催回に属する。</a:t>
            </a:r>
          </a:p>
        </p:txBody>
      </p:sp>
    </p:spTree>
    <p:extLst>
      <p:ext uri="{BB962C8B-B14F-4D97-AF65-F5344CB8AC3E}">
        <p14:creationId xmlns:p14="http://schemas.microsoft.com/office/powerpoint/2010/main" val="15946665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19">
            <a:extLst xmlns:a="http://schemas.openxmlformats.org/drawingml/2006/main">
              <a:ext uri="{FF2B5EF4-FFF2-40B4-BE49-F238E27FC236}">
                <a16:creationId xmlns:a16="http://schemas.microsoft.com/office/drawing/2014/main" id="{DC18F16D-F641-4B43-9E91-E988948AFF29}"/>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正規化の入口</a:t>
            </a:r>
          </a:p>
        </p:txBody>
      </p:sp>
      <p:sp>
        <p:nvSpPr>
          <p:cNvPr id="2" name="text-120">
            <a:extLst xmlns:a="http://schemas.openxmlformats.org/drawingml/2006/main">
              <a:ext uri="{FF2B5EF4-FFF2-40B4-BE49-F238E27FC236}">
                <a16:creationId xmlns:a16="http://schemas.microsoft.com/office/drawing/2014/main" id="{8D1AF59D-C0F3-4242-ADC9-91F3C6F8EABD}"/>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同じ事実の更新先を、増やさない</a:t>
            </a:r>
          </a:p>
        </p:txBody>
      </p:sp>
      <p:sp>
        <p:nvSpPr>
          <p:cNvPr id="3" name="rule-121">
            <a:extLst xmlns:a="http://schemas.openxmlformats.org/drawingml/2006/main">
              <a:ext uri="{FF2B5EF4-FFF2-40B4-BE49-F238E27FC236}">
                <a16:creationId xmlns:a16="http://schemas.microsoft.com/office/drawing/2014/main" id="{0F766163-6928-4BC0-9F47-05854A04EF65}"/>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22">
            <a:extLst xmlns:a="http://schemas.openxmlformats.org/drawingml/2006/main">
              <a:ext uri="{FF2B5EF4-FFF2-40B4-BE49-F238E27FC236}">
                <a16:creationId xmlns:a16="http://schemas.microsoft.com/office/drawing/2014/main" id="{D6A15CEE-C563-4C7E-AEC9-3CD8501F2239}"/>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23">
            <a:extLst xmlns:a="http://schemas.openxmlformats.org/drawingml/2006/main">
              <a:ext uri="{FF2B5EF4-FFF2-40B4-BE49-F238E27FC236}">
                <a16:creationId xmlns:a16="http://schemas.microsoft.com/office/drawing/2014/main" id="{BB306293-4C31-40F5-B3D0-21B99B8A3FEE}"/>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11</a:t>
            </a:r>
          </a:p>
        </p:txBody>
      </p:sp>
      <p:sp>
        <p:nvSpPr>
          <p:cNvPr id="6" name="text-124">
            <a:extLst xmlns:a="http://schemas.openxmlformats.org/drawingml/2006/main">
              <a:ext uri="{FF2B5EF4-FFF2-40B4-BE49-F238E27FC236}">
                <a16:creationId xmlns:a16="http://schemas.microsoft.com/office/drawing/2014/main" id="{ACDE0087-455A-4ABD-B82B-47BAB730ACD2}"/>
              </a:ext>
            </a:extLst>
          </p:cNvPr>
          <p:cNvSpPr>
            <a:spLocks xmlns:a="http://schemas.openxmlformats.org/drawingml/2006/main" noGrp="1"/>
          </p:cNvSpPr>
          <p:nvPr/>
        </p:nvSpPr>
        <p:spPr>
          <a:xfrm xmlns:a="http://schemas.openxmlformats.org/drawingml/2006/main">
            <a:off x="609600" y="17145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B606A"/>
                </a:solidFill>
                <a:latin typeface="Noto Sans CJK JP"/>
                <a:ea typeface="Noto Sans CJK JP"/>
                <a:cs typeface="Noto Sans CJK JP"/>
              </a:defRPr>
            </a:pPr>
            <a:r>
              <a:rPr sz="2250" b="0">
                <a:solidFill>
                  <a:srgbClr val="5B606A"/>
                </a:solidFill>
                <a:latin typeface="Noto Sans CJK JP"/>
                <a:ea typeface="Noto Sans CJK JP"/>
                <a:cs typeface="Noto Sans CJK JP"/>
              </a:rPr>
              <a:t>開催回の日時は、開催回テーブルで管理する。</a:t>
            </a:r>
          </a:p>
        </p:txBody>
      </p:sp>
      <p:graphicFrame>
        <p:nvGraphicFramePr>
          <p:cNvPr id="15" name=""/>
          <p:cNvGraphicFramePr/>
          <p:nvPr/>
        </p:nvGraphicFramePr>
        <p:xfrm>
          <a:off xmlns:a="http://schemas.openxmlformats.org/drawingml/2006/main" x="609600" y="2514600"/>
          <a:ext xmlns:a="http://schemas.openxmlformats.org/drawingml/2006/main" cx="10972800" cy="2314575"/>
        </p:xfrm>
        <a:graphic xmlns:a="http://schemas.openxmlformats.org/drawingml/2006/main">
          <a:graphicData uri="http://schemas.openxmlformats.org/drawingml/2006/table">
            <a:tbl>
              <a:tblPr firstRow="0" bandRow="0"/>
              <a:tblGrid>
                <a:gridCol w="2095500"/>
                <a:gridCol w="4476750"/>
                <a:gridCol w="4400550"/>
              </a:tblGrid>
              <a:tr h="771525">
                <a:tc>
                  <a:txBody>
                    <a:bodyPr wrap="none" lIns="133350" tIns="95250" rIns="114300" bIns="95250">
                      <a:noAutofit/>
                    </a:bodyPr>
                    <a:lstStyle/>
                    <a:p>
                      <a:r>
                        <a:rPr sz="2400" b="1">
                          <a:solidFill>
                            <a:srgbClr val="111111"/>
                          </a:solidFill>
                          <a:latin typeface="Noto Sans CJK JP"/>
                          <a:ea typeface="Noto Sans CJK JP"/>
                          <a:cs typeface="Noto Sans CJK JP"/>
                        </a:rPr>
                        <a:t>開催回ID</a:t>
                      </a:r>
                    </a:p>
                  </a:txBody>
                  <a:tcPr marL="91440" marR="91440" marT="45720" marB="45720" anchor="ctr">
                    <a:solidFill>
                      <a:srgbClr val="F1F2F4"/>
                    </a:solidFill>
                  </a:tcPr>
                </a:tc>
                <a:tc>
                  <a:txBody>
                    <a:bodyPr wrap="none" lIns="133350" tIns="95250" rIns="114300" bIns="95250">
                      <a:noAutofit/>
                    </a:bodyPr>
                    <a:lstStyle/>
                    <a:p>
                      <a:r>
                        <a:rPr sz="2400" b="1">
                          <a:solidFill>
                            <a:srgbClr val="111111"/>
                          </a:solidFill>
                          <a:latin typeface="Noto Sans CJK JP"/>
                          <a:ea typeface="Noto Sans CJK JP"/>
                          <a:cs typeface="Noto Sans CJK JP"/>
                        </a:rPr>
                        <a:t>タイトル</a:t>
                      </a:r>
                    </a:p>
                  </a:txBody>
                  <a:tcPr marL="91440" marR="91440" marT="45720" marB="45720" anchor="ctr">
                    <a:solidFill>
                      <a:srgbClr val="F1F2F4"/>
                    </a:solidFill>
                  </a:tcPr>
                </a:tc>
                <a:tc>
                  <a:txBody>
                    <a:bodyPr wrap="none" lIns="133350" tIns="95250" rIns="114300" bIns="95250">
                      <a:noAutofit/>
                    </a:bodyPr>
                    <a:lstStyle/>
                    <a:p>
                      <a:r>
                        <a:rPr sz="2400" b="1">
                          <a:solidFill>
                            <a:srgbClr val="111111"/>
                          </a:solidFill>
                          <a:latin typeface="Noto Sans CJK JP"/>
                          <a:ea typeface="Noto Sans CJK JP"/>
                          <a:cs typeface="Noto Sans CJK JP"/>
                        </a:rPr>
                        <a:t>開催日時</a:t>
                      </a:r>
                    </a:p>
                  </a:txBody>
                  <a:tcPr marL="91440" marR="91440" marT="45720" marB="45720" anchor="ctr">
                    <a:solidFill>
                      <a:srgbClr val="F1F2F4"/>
                    </a:solidFill>
                  </a:tcPr>
                </a:tc>
              </a:tr>
              <a:tr h="771525">
                <a:tc>
                  <a:txBody>
                    <a:bodyPr wrap="none" lIns="133350" tIns="95250" rIns="114300" bIns="95250">
                      <a:noAutofit/>
                    </a:bodyPr>
                    <a:lstStyle/>
                    <a:p>
                      <a:r>
                        <a:rPr sz="2400" b="0">
                          <a:solidFill>
                            <a:srgbClr val="111111"/>
                          </a:solidFill>
                          <a:latin typeface="Noto Sans CJK JP"/>
                          <a:ea typeface="Noto Sans CJK JP"/>
                          <a:cs typeface="Noto Sans CJK JP"/>
                        </a:rPr>
                        <a:t>E01</a:t>
                      </a:r>
                    </a:p>
                  </a:txBody>
                  <a:tcPr marL="91440" marR="91440" marT="45720" marB="45720" anchor="ctr">
                    <a:solidFill>
                      <a:srgbClr val="FFFFFF"/>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DB設計入門</a:t>
                      </a:r>
                    </a:p>
                  </a:txBody>
                  <a:tcPr marL="91440" marR="91440" marT="45720" marB="45720" anchor="ctr">
                    <a:solidFill>
                      <a:srgbClr val="FFFFFF"/>
                    </a:solidFill>
                  </a:tcPr>
                </a:tc>
                <a:tc>
                  <a:txBody>
                    <a:bodyPr wrap="none" lIns="133350" tIns="95250" rIns="114300" bIns="95250">
                      <a:noAutofit/>
                    </a:bodyPr>
                    <a:lstStyle/>
                    <a:p>
                      <a:r>
                        <a:rPr sz="2400" b="1">
                          <a:solidFill>
                            <a:srgbClr val="175CD3"/>
                          </a:solidFill>
                          <a:latin typeface="Noto Sans CJK JP"/>
                          <a:ea typeface="Noto Sans CJK JP"/>
                          <a:cs typeface="Noto Sans CJK JP"/>
                        </a:rPr>
                        <a:t>10/10 20:00</a:t>
                      </a:r>
                    </a:p>
                  </a:txBody>
                  <a:tcPr marL="91440" marR="91440" marT="45720" marB="45720" anchor="ctr">
                    <a:solidFill>
                      <a:srgbClr val="EAF1FC"/>
                    </a:solidFill>
                  </a:tcPr>
                </a:tc>
              </a:tr>
              <a:tr h="771525">
                <a:tc>
                  <a:txBody>
                    <a:bodyPr wrap="none" lIns="133350" tIns="95250" rIns="114300" bIns="95250">
                      <a:noAutofit/>
                    </a:bodyPr>
                    <a:lstStyle/>
                    <a:p>
                      <a:r>
                        <a:rPr sz="2400" b="0">
                          <a:solidFill>
                            <a:srgbClr val="111111"/>
                          </a:solidFill>
                          <a:latin typeface="Noto Sans CJK JP"/>
                          <a:ea typeface="Noto Sans CJK JP"/>
                          <a:cs typeface="Noto Sans CJK JP"/>
                        </a:rPr>
                        <a:t>E02</a:t>
                      </a:r>
                    </a:p>
                  </a:txBody>
                  <a:tcPr marL="91440" marR="91440" marT="45720" marB="45720" anchor="ctr">
                    <a:solidFill>
                      <a:srgbClr val="FFFFFF"/>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AI開発入門</a:t>
                      </a:r>
                    </a:p>
                  </a:txBody>
                  <a:tcPr marL="91440" marR="91440" marT="45720" marB="45720" anchor="ctr">
                    <a:solidFill>
                      <a:srgbClr val="FFFFFF"/>
                    </a:solidFill>
                  </a:tcPr>
                </a:tc>
                <a:tc>
                  <a:txBody>
                    <a:bodyPr wrap="none" lIns="133350" tIns="95250" rIns="114300" bIns="95250">
                      <a:noAutofit/>
                    </a:bodyPr>
                    <a:lstStyle/>
                    <a:p>
                      <a:r>
                        <a:rPr sz="2400" b="0">
                          <a:solidFill>
                            <a:srgbClr val="111111"/>
                          </a:solidFill>
                          <a:latin typeface="Noto Sans CJK JP"/>
                          <a:ea typeface="Noto Sans CJK JP"/>
                          <a:cs typeface="Noto Sans CJK JP"/>
                        </a:rPr>
                        <a:t>10/17 19:00</a:t>
                      </a:r>
                    </a:p>
                  </a:txBody>
                  <a:tcPr marL="91440" marR="91440" marT="45720" marB="45720" anchor="ctr">
                    <a:solidFill>
                      <a:srgbClr val="FFFFFF"/>
                    </a:solidFill>
                  </a:tcPr>
                </a:tc>
              </a:tr>
            </a:tbl>
          </a:graphicData>
        </a:graphic>
      </p:graphicFrame>
      <p:sp>
        <p:nvSpPr>
          <p:cNvPr id="8" name="text-126">
            <a:extLst xmlns:a="http://schemas.openxmlformats.org/drawingml/2006/main">
              <a:ext uri="{FF2B5EF4-FFF2-40B4-BE49-F238E27FC236}">
                <a16:creationId xmlns:a16="http://schemas.microsoft.com/office/drawing/2014/main" id="{0158BC06-6FE6-4917-9A16-9FAF65F239DF}"/>
              </a:ext>
            </a:extLst>
          </p:cNvPr>
          <p:cNvSpPr>
            <a:spLocks xmlns:a="http://schemas.openxmlformats.org/drawingml/2006/main" noGrp="1"/>
          </p:cNvSpPr>
          <p:nvPr/>
        </p:nvSpPr>
        <p:spPr>
          <a:xfrm xmlns:a="http://schemas.openxmlformats.org/drawingml/2006/main">
            <a:off x="609600" y="5610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申込一覧は、開催回IDを使って最新の日時を表示する。</a:t>
            </a:r>
          </a:p>
        </p:txBody>
      </p:sp>
    </p:spTree>
    <p:extLst>
      <p:ext uri="{BB962C8B-B14F-4D97-AF65-F5344CB8AC3E}">
        <p14:creationId xmlns:p14="http://schemas.microsoft.com/office/powerpoint/2010/main" val="13620475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27">
            <a:extLst xmlns:a="http://schemas.openxmlformats.org/drawingml/2006/main">
              <a:ext uri="{FF2B5EF4-FFF2-40B4-BE49-F238E27FC236}">
                <a16:creationId xmlns:a16="http://schemas.microsoft.com/office/drawing/2014/main" id="{56AA30A1-ABBD-4677-9C34-3D7430047121}"/>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⑤ 残すもの ／ ⑥ 制約</a:t>
            </a:r>
          </a:p>
        </p:txBody>
      </p:sp>
      <p:sp>
        <p:nvSpPr>
          <p:cNvPr id="2" name="text-128">
            <a:extLst xmlns:a="http://schemas.openxmlformats.org/drawingml/2006/main">
              <a:ext uri="{FF2B5EF4-FFF2-40B4-BE49-F238E27FC236}">
                <a16:creationId xmlns:a16="http://schemas.microsoft.com/office/drawing/2014/main" id="{E7C83D4F-1A88-48F1-9836-A7DE8321C790}"/>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許さない状態を、DBでも防ぐ</a:t>
            </a:r>
          </a:p>
        </p:txBody>
      </p:sp>
      <p:sp>
        <p:nvSpPr>
          <p:cNvPr id="3" name="rule-129">
            <a:extLst xmlns:a="http://schemas.openxmlformats.org/drawingml/2006/main">
              <a:ext uri="{FF2B5EF4-FFF2-40B4-BE49-F238E27FC236}">
                <a16:creationId xmlns:a16="http://schemas.microsoft.com/office/drawing/2014/main" id="{61F53D9B-0809-4F8C-B517-C4F27FAFCC86}"/>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30">
            <a:extLst xmlns:a="http://schemas.openxmlformats.org/drawingml/2006/main">
              <a:ext uri="{FF2B5EF4-FFF2-40B4-BE49-F238E27FC236}">
                <a16:creationId xmlns:a16="http://schemas.microsoft.com/office/drawing/2014/main" id="{8DD9548E-3827-4E95-B859-61A0E9712798}"/>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31">
            <a:extLst xmlns:a="http://schemas.openxmlformats.org/drawingml/2006/main">
              <a:ext uri="{FF2B5EF4-FFF2-40B4-BE49-F238E27FC236}">
                <a16:creationId xmlns:a16="http://schemas.microsoft.com/office/drawing/2014/main" id="{25E1C061-C8D2-44E6-A513-804C86EF6FF0}"/>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12</a:t>
            </a:r>
          </a:p>
        </p:txBody>
      </p:sp>
      <p:graphicFrame>
        <p:nvGraphicFramePr>
          <p:cNvPr id="13" name=""/>
          <p:cNvGraphicFramePr/>
          <p:nvPr/>
        </p:nvGraphicFramePr>
        <p:xfrm>
          <a:off xmlns:a="http://schemas.openxmlformats.org/drawingml/2006/main" x="609600" y="2124075"/>
          <a:ext xmlns:a="http://schemas.openxmlformats.org/drawingml/2006/main" cx="10972800" cy="3162300"/>
        </p:xfrm>
        <a:graphic xmlns:a="http://schemas.openxmlformats.org/drawingml/2006/main">
          <a:graphicData uri="http://schemas.openxmlformats.org/drawingml/2006/table">
            <a:tbl>
              <a:tblPr firstRow="0" bandRow="0"/>
              <a:tblGrid>
                <a:gridCol w="7239000"/>
                <a:gridCol w="3733800"/>
              </a:tblGrid>
              <a:tr h="790575">
                <a:tc>
                  <a:txBody>
                    <a:bodyPr wrap="none" lIns="133350" tIns="95250" rIns="114300" bIns="95250">
                      <a:noAutofit/>
                    </a:bodyPr>
                    <a:lstStyle/>
                    <a:p>
                      <a:r>
                        <a:rPr sz="2100" b="1">
                          <a:solidFill>
                            <a:srgbClr val="111111"/>
                          </a:solidFill>
                          <a:latin typeface="Noto Sans CJK JP"/>
                          <a:ea typeface="Noto Sans CJK JP"/>
                          <a:cs typeface="Noto Sans CJK JP"/>
                        </a:rPr>
                        <a:t>守りたいルール</a:t>
                      </a:r>
                    </a:p>
                  </a:txBody>
                  <a:tcPr marL="91440" marR="91440" marT="45720" marB="45720" anchor="ctr">
                    <a:solidFill>
                      <a:srgbClr val="F1F2F4"/>
                    </a:solidFill>
                  </a:tcPr>
                </a:tc>
                <a:tc>
                  <a:txBody>
                    <a:bodyPr wrap="none" lIns="133350" tIns="95250" rIns="114300" bIns="95250">
                      <a:noAutofit/>
                    </a:bodyPr>
                    <a:lstStyle/>
                    <a:p>
                      <a:r>
                        <a:rPr sz="2100" b="1">
                          <a:solidFill>
                            <a:srgbClr val="111111"/>
                          </a:solidFill>
                          <a:latin typeface="Noto Sans CJK JP"/>
                          <a:ea typeface="Noto Sans CJK JP"/>
                          <a:cs typeface="Noto Sans CJK JP"/>
                        </a:rPr>
                        <a:t>DBでの実現例</a:t>
                      </a:r>
                    </a:p>
                  </a:txBody>
                  <a:tcPr marL="91440" marR="91440" marT="45720" marB="45720" anchor="ctr">
                    <a:solidFill>
                      <a:srgbClr val="F1F2F4"/>
                    </a:solidFill>
                  </a:tcPr>
                </a:tc>
              </a:tr>
              <a:tr h="790575">
                <a:tc>
                  <a:txBody>
                    <a:bodyPr wrap="none" lIns="133350" tIns="95250" rIns="114300" bIns="95250">
                      <a:noAutofit/>
                    </a:bodyPr>
                    <a:lstStyle/>
                    <a:p>
                      <a:r>
                        <a:rPr sz="2100" b="0">
                          <a:solidFill>
                            <a:srgbClr val="111111"/>
                          </a:solidFill>
                          <a:latin typeface="Noto Sans CJK JP"/>
                          <a:ea typeface="Noto Sans CJK JP"/>
                          <a:cs typeface="Noto Sans CJK JP"/>
                        </a:rPr>
                        <a:t>存在しない参加者への申込を禁止</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外部キー ＋ NOT NULL</a:t>
                      </a:r>
                    </a:p>
                  </a:txBody>
                  <a:tcPr marL="91440" marR="91440" marT="45720" marB="45720" anchor="ctr">
                    <a:solidFill>
                      <a:srgbClr val="FFFFFF"/>
                    </a:solidFill>
                  </a:tcPr>
                </a:tc>
              </a:tr>
              <a:tr h="790575">
                <a:tc>
                  <a:txBody>
                    <a:bodyPr wrap="none" lIns="133350" tIns="95250" rIns="114300" bIns="95250">
                      <a:noAutofit/>
                    </a:bodyPr>
                    <a:lstStyle/>
                    <a:p>
                      <a:r>
                        <a:rPr sz="2100" b="0">
                          <a:solidFill>
                            <a:srgbClr val="111111"/>
                          </a:solidFill>
                          <a:latin typeface="Noto Sans CJK JP"/>
                          <a:ea typeface="Noto Sans CJK JP"/>
                          <a:cs typeface="Noto Sans CJK JP"/>
                        </a:rPr>
                        <a:t>参加者と開催回の組合せを重複させない</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組合せの UNIQUE</a:t>
                      </a:r>
                    </a:p>
                  </a:txBody>
                  <a:tcPr marL="91440" marR="91440" marT="45720" marB="45720" anchor="ctr">
                    <a:solidFill>
                      <a:srgbClr val="FFFFFF"/>
                    </a:solidFill>
                  </a:tcPr>
                </a:tc>
              </a:tr>
              <a:tr h="790575">
                <a:tc>
                  <a:txBody>
                    <a:bodyPr wrap="none" lIns="133350" tIns="95250" rIns="114300" bIns="95250">
                      <a:noAutofit/>
                    </a:bodyPr>
                    <a:lstStyle/>
                    <a:p>
                      <a:r>
                        <a:rPr sz="2100" b="0">
                          <a:solidFill>
                            <a:srgbClr val="111111"/>
                          </a:solidFill>
                          <a:latin typeface="Noto Sans CJK JP"/>
                          <a:ea typeface="Noto Sans CJK JP"/>
                          <a:cs typeface="Noto Sans CJK JP"/>
                        </a:rPr>
                        <a:t>状態と取消日時を食い違わせない</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CHECK ＋ 必須項目</a:t>
                      </a:r>
                    </a:p>
                  </a:txBody>
                  <a:tcPr marL="91440" marR="91440" marT="45720" marB="45720" anchor="ctr">
                    <a:solidFill>
                      <a:srgbClr val="FFFFFF"/>
                    </a:solidFill>
                  </a:tcPr>
                </a:tc>
              </a:tr>
            </a:tbl>
          </a:graphicData>
        </a:graphic>
      </p:graphicFrame>
      <p:sp>
        <p:nvSpPr>
          <p:cNvPr id="7" name="text-133">
            <a:extLst xmlns:a="http://schemas.openxmlformats.org/drawingml/2006/main">
              <a:ext uri="{FF2B5EF4-FFF2-40B4-BE49-F238E27FC236}">
                <a16:creationId xmlns:a16="http://schemas.microsoft.com/office/drawing/2014/main" id="{5D634716-B936-4ECA-8604-9C392DD91E8F}"/>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「参照先がある」と「その人が操作できる」は別の条件。</a:t>
            </a:r>
          </a:p>
        </p:txBody>
      </p:sp>
    </p:spTree>
    <p:extLst>
      <p:ext uri="{BB962C8B-B14F-4D97-AF65-F5344CB8AC3E}">
        <p14:creationId xmlns:p14="http://schemas.microsoft.com/office/powerpoint/2010/main" val="14871507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34">
            <a:extLst xmlns:a="http://schemas.openxmlformats.org/drawingml/2006/main">
              <a:ext uri="{FF2B5EF4-FFF2-40B4-BE49-F238E27FC236}">
                <a16:creationId xmlns:a16="http://schemas.microsoft.com/office/drawing/2014/main" id="{34854C28-8D3F-4C42-A803-34D891183ABF}"/>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AIと設計する実演｜質問</a:t>
            </a:r>
          </a:p>
        </p:txBody>
      </p:sp>
      <p:sp>
        <p:nvSpPr>
          <p:cNvPr id="2" name="text-135">
            <a:extLst xmlns:a="http://schemas.openxmlformats.org/drawingml/2006/main">
              <a:ext uri="{FF2B5EF4-FFF2-40B4-BE49-F238E27FC236}">
                <a16:creationId xmlns:a16="http://schemas.microsoft.com/office/drawing/2014/main" id="{7CAC8C0E-F776-47DD-A872-41BE1462A848}"/>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最初に、設計へ影響する質問を出す</a:t>
            </a:r>
          </a:p>
        </p:txBody>
      </p:sp>
      <p:sp>
        <p:nvSpPr>
          <p:cNvPr id="3" name="rule-136">
            <a:extLst xmlns:a="http://schemas.openxmlformats.org/drawingml/2006/main">
              <a:ext uri="{FF2B5EF4-FFF2-40B4-BE49-F238E27FC236}">
                <a16:creationId xmlns:a16="http://schemas.microsoft.com/office/drawing/2014/main" id="{0A3D155E-25A0-40A7-A3DA-BC3F4E117DF3}"/>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37">
            <a:extLst xmlns:a="http://schemas.openxmlformats.org/drawingml/2006/main">
              <a:ext uri="{FF2B5EF4-FFF2-40B4-BE49-F238E27FC236}">
                <a16:creationId xmlns:a16="http://schemas.microsoft.com/office/drawing/2014/main" id="{04629F48-D239-44F6-A8F4-67A6F85CA69D}"/>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38">
            <a:extLst xmlns:a="http://schemas.openxmlformats.org/drawingml/2006/main">
              <a:ext uri="{FF2B5EF4-FFF2-40B4-BE49-F238E27FC236}">
                <a16:creationId xmlns:a16="http://schemas.microsoft.com/office/drawing/2014/main" id="{3FCCF4D3-6A07-451E-A2BF-E3567860C895}"/>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13</a:t>
            </a:r>
          </a:p>
        </p:txBody>
      </p:sp>
      <p:sp>
        <p:nvSpPr>
          <p:cNvPr id="6" name="surface-139">
            <a:extLst xmlns:a="http://schemas.openxmlformats.org/drawingml/2006/main">
              <a:ext uri="{FF2B5EF4-FFF2-40B4-BE49-F238E27FC236}">
                <a16:creationId xmlns:a16="http://schemas.microsoft.com/office/drawing/2014/main" id="{724DD7F4-18BA-4213-9908-D4531887F5DC}"/>
              </a:ext>
            </a:extLst>
          </p:cNvPr>
          <p:cNvSpPr>
            <a:spLocks xmlns:a="http://schemas.openxmlformats.org/drawingml/2006/main" noGrp="1"/>
          </p:cNvSpPr>
          <p:nvPr/>
        </p:nvSpPr>
        <p:spPr>
          <a:xfrm xmlns:a="http://schemas.openxmlformats.org/drawingml/2006/main">
            <a:off x="609600" y="2114550"/>
            <a:ext cx="10972800" cy="2647950"/>
          </a:xfrm>
          <a:prstGeom xmlns:a="http://schemas.openxmlformats.org/drawingml/2006/main" prst="rect">
            <a:avLst/>
          </a:prstGeom>
          <a:solidFill xmlns:a="http://schemas.openxmlformats.org/drawingml/2006/main">
            <a:srgbClr val="F1F2F4"/>
          </a:solidFill>
          <a:ln xmlns:a="http://schemas.openxmlformats.org/drawingml/2006/main" w="0">
            <a:noFill/>
          </a:ln>
        </p:spPr>
      </p:sp>
      <p:sp>
        <p:nvSpPr>
          <p:cNvPr id="7" name="text-140">
            <a:extLst xmlns:a="http://schemas.openxmlformats.org/drawingml/2006/main">
              <a:ext uri="{FF2B5EF4-FFF2-40B4-BE49-F238E27FC236}">
                <a16:creationId xmlns:a16="http://schemas.microsoft.com/office/drawing/2014/main" id="{20F28337-3119-4193-974C-1665E724DF7C}"/>
              </a:ext>
            </a:extLst>
          </p:cNvPr>
          <p:cNvSpPr>
            <a:spLocks xmlns:a="http://schemas.openxmlformats.org/drawingml/2006/main" noGrp="1"/>
          </p:cNvSpPr>
          <p:nvPr/>
        </p:nvSpPr>
        <p:spPr>
          <a:xfrm xmlns:a="http://schemas.openxmlformats.org/drawingml/2006/main">
            <a:off x="838200" y="23431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セミナー申込アプリのデータ設計を手伝ってください。</a:t>
            </a:r>
          </a:p>
        </p:txBody>
      </p:sp>
      <p:sp>
        <p:nvSpPr>
          <p:cNvPr id="8" name="text-141">
            <a:extLst xmlns:a="http://schemas.openxmlformats.org/drawingml/2006/main">
              <a:ext uri="{FF2B5EF4-FFF2-40B4-BE49-F238E27FC236}">
                <a16:creationId xmlns:a16="http://schemas.microsoft.com/office/drawing/2014/main" id="{CE3F0E8E-B199-4F06-9732-24564500A57C}"/>
              </a:ext>
            </a:extLst>
          </p:cNvPr>
          <p:cNvSpPr>
            <a:spLocks xmlns:a="http://schemas.openxmlformats.org/drawingml/2006/main" noGrp="1"/>
          </p:cNvSpPr>
          <p:nvPr/>
        </p:nvSpPr>
        <p:spPr>
          <a:xfrm xmlns:a="http://schemas.openxmlformats.org/drawingml/2006/main">
            <a:off x="838200" y="27813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設計に影響する不明点を、重要度順に5問まで質問。</a:t>
            </a:r>
          </a:p>
        </p:txBody>
      </p:sp>
      <p:sp>
        <p:nvSpPr>
          <p:cNvPr id="9" name="text-142">
            <a:extLst xmlns:a="http://schemas.openxmlformats.org/drawingml/2006/main">
              <a:ext uri="{FF2B5EF4-FFF2-40B4-BE49-F238E27FC236}">
                <a16:creationId xmlns:a16="http://schemas.microsoft.com/office/drawing/2014/main" id="{5C87E9C2-B219-439B-BF75-0AA3526261B5}"/>
              </a:ext>
            </a:extLst>
          </p:cNvPr>
          <p:cNvSpPr>
            <a:spLocks xmlns:a="http://schemas.openxmlformats.org/drawingml/2006/main" noGrp="1"/>
          </p:cNvSpPr>
          <p:nvPr/>
        </p:nvSpPr>
        <p:spPr>
          <a:xfrm xmlns:a="http://schemas.openxmlformats.org/drawingml/2006/main">
            <a:off x="838200" y="32194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各質問に「回答によって何が変わるか」を添える。</a:t>
            </a:r>
          </a:p>
        </p:txBody>
      </p:sp>
      <p:sp>
        <p:nvSpPr>
          <p:cNvPr id="10" name="text-143">
            <a:extLst xmlns:a="http://schemas.openxmlformats.org/drawingml/2006/main">
              <a:ext uri="{FF2B5EF4-FFF2-40B4-BE49-F238E27FC236}">
                <a16:creationId xmlns:a16="http://schemas.microsoft.com/office/drawing/2014/main" id="{432FEB9E-F65A-4648-8764-C9E121990724}"/>
              </a:ext>
            </a:extLst>
          </p:cNvPr>
          <p:cNvSpPr>
            <a:spLocks xmlns:a="http://schemas.openxmlformats.org/drawingml/2006/main" noGrp="1"/>
          </p:cNvSpPr>
          <p:nvPr/>
        </p:nvSpPr>
        <p:spPr>
          <a:xfrm xmlns:a="http://schemas.openxmlformats.org/drawingml/2006/main">
            <a:off x="838200" y="36576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未確定の仕様は、未確定と明記してください。</a:t>
            </a:r>
          </a:p>
        </p:txBody>
      </p:sp>
      <p:sp>
        <p:nvSpPr>
          <p:cNvPr id="11" name="text-144">
            <a:extLst xmlns:a="http://schemas.openxmlformats.org/drawingml/2006/main">
              <a:ext uri="{FF2B5EF4-FFF2-40B4-BE49-F238E27FC236}">
                <a16:creationId xmlns:a16="http://schemas.microsoft.com/office/drawing/2014/main" id="{7EEBA4D2-1DD3-4CDE-B41C-7A8F4BE04C90}"/>
              </a:ext>
            </a:extLst>
          </p:cNvPr>
          <p:cNvSpPr>
            <a:spLocks xmlns:a="http://schemas.openxmlformats.org/drawingml/2006/main" noGrp="1"/>
          </p:cNvSpPr>
          <p:nvPr/>
        </p:nvSpPr>
        <p:spPr>
          <a:xfrm xmlns:a="http://schemas.openxmlformats.org/drawingml/2006/main">
            <a:off x="838200" y="40957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11111"/>
                </a:solidFill>
                <a:latin typeface="Noto Sans CJK JP"/>
                <a:ea typeface="Noto Sans CJK JP"/>
                <a:cs typeface="Noto Sans CJK JP"/>
              </a:defRPr>
            </a:pPr>
            <a:r>
              <a:rPr sz="2250" b="0">
                <a:solidFill>
                  <a:srgbClr val="111111"/>
                </a:solidFill>
                <a:latin typeface="Noto Sans CJK JP"/>
                <a:ea typeface="Noto Sans CJK JP"/>
                <a:cs typeface="Noto Sans CJK JP"/>
              </a:rPr>
              <a:t>実装コードは、まだ出さないでください。</a:t>
            </a:r>
          </a:p>
        </p:txBody>
      </p:sp>
    </p:spTree>
    <p:extLst>
      <p:ext uri="{BB962C8B-B14F-4D97-AF65-F5344CB8AC3E}">
        <p14:creationId xmlns:p14="http://schemas.microsoft.com/office/powerpoint/2010/main" val="12926083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45">
            <a:extLst xmlns:a="http://schemas.openxmlformats.org/drawingml/2006/main">
              <a:ext uri="{FF2B5EF4-FFF2-40B4-BE49-F238E27FC236}">
                <a16:creationId xmlns:a16="http://schemas.microsoft.com/office/drawing/2014/main" id="{C4A0165E-3724-47FF-8C37-5A7D1F23970F}"/>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AIと設計する実演｜仕様</a:t>
            </a:r>
          </a:p>
        </p:txBody>
      </p:sp>
      <p:sp>
        <p:nvSpPr>
          <p:cNvPr id="2" name="text-146">
            <a:extLst xmlns:a="http://schemas.openxmlformats.org/drawingml/2006/main">
              <a:ext uri="{FF2B5EF4-FFF2-40B4-BE49-F238E27FC236}">
                <a16:creationId xmlns:a16="http://schemas.microsoft.com/office/drawing/2014/main" id="{44EC6395-D063-4854-B9BE-8E45BF78C60C}"/>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質問に答えて、前提を明確にする</a:t>
            </a:r>
          </a:p>
        </p:txBody>
      </p:sp>
      <p:sp>
        <p:nvSpPr>
          <p:cNvPr id="3" name="rule-147">
            <a:extLst xmlns:a="http://schemas.openxmlformats.org/drawingml/2006/main">
              <a:ext uri="{FF2B5EF4-FFF2-40B4-BE49-F238E27FC236}">
                <a16:creationId xmlns:a16="http://schemas.microsoft.com/office/drawing/2014/main" id="{CE8FA561-48FC-45C6-9BEB-1CD75F292DF4}"/>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48">
            <a:extLst xmlns:a="http://schemas.openxmlformats.org/drawingml/2006/main">
              <a:ext uri="{FF2B5EF4-FFF2-40B4-BE49-F238E27FC236}">
                <a16:creationId xmlns:a16="http://schemas.microsoft.com/office/drawing/2014/main" id="{6C0C31AB-F385-43DC-AFF5-0849A283FF5B}"/>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49">
            <a:extLst xmlns:a="http://schemas.openxmlformats.org/drawingml/2006/main">
              <a:ext uri="{FF2B5EF4-FFF2-40B4-BE49-F238E27FC236}">
                <a16:creationId xmlns:a16="http://schemas.microsoft.com/office/drawing/2014/main" id="{1163FAE1-BD7C-4C02-A139-1CD3AF8D1470}"/>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14</a:t>
            </a:r>
          </a:p>
        </p:txBody>
      </p:sp>
      <p:graphicFrame>
        <p:nvGraphicFramePr>
          <p:cNvPr id="12" name=""/>
          <p:cNvGraphicFramePr/>
          <p:nvPr/>
        </p:nvGraphicFramePr>
        <p:xfrm>
          <a:off xmlns:a="http://schemas.openxmlformats.org/drawingml/2006/main" x="609600" y="2114550"/>
          <a:ext xmlns:a="http://schemas.openxmlformats.org/drawingml/2006/main" cx="10972800" cy="3429000"/>
        </p:xfrm>
        <a:graphic xmlns:a="http://schemas.openxmlformats.org/drawingml/2006/main">
          <a:graphicData uri="http://schemas.openxmlformats.org/drawingml/2006/table">
            <a:tbl>
              <a:tblPr firstRow="0" bandRow="0"/>
              <a:tblGrid>
                <a:gridCol w="4191000"/>
                <a:gridCol w="6781800"/>
              </a:tblGrid>
              <a:tr h="685800">
                <a:tc>
                  <a:txBody>
                    <a:bodyPr wrap="none" lIns="133350" tIns="95250" rIns="114300" bIns="95250">
                      <a:noAutofit/>
                    </a:bodyPr>
                    <a:lstStyle/>
                    <a:p>
                      <a:r>
                        <a:rPr sz="2100" b="1">
                          <a:solidFill>
                            <a:srgbClr val="111111"/>
                          </a:solidFill>
                          <a:latin typeface="Noto Sans CJK JP"/>
                          <a:ea typeface="Noto Sans CJK JP"/>
                          <a:cs typeface="Noto Sans CJK JP"/>
                        </a:rPr>
                        <a:t>AIが確認すること</a:t>
                      </a:r>
                    </a:p>
                  </a:txBody>
                  <a:tcPr marL="91440" marR="91440" marT="45720" marB="45720" anchor="ctr">
                    <a:solidFill>
                      <a:srgbClr val="F1F2F4"/>
                    </a:solidFill>
                  </a:tcPr>
                </a:tc>
                <a:tc>
                  <a:txBody>
                    <a:bodyPr wrap="none" lIns="133350" tIns="95250" rIns="114300" bIns="95250">
                      <a:noAutofit/>
                    </a:bodyPr>
                    <a:lstStyle/>
                    <a:p>
                      <a:r>
                        <a:rPr sz="2100" b="1">
                          <a:solidFill>
                            <a:srgbClr val="111111"/>
                          </a:solidFill>
                          <a:latin typeface="Noto Sans CJK JP"/>
                          <a:ea typeface="Noto Sans CJK JP"/>
                          <a:cs typeface="Noto Sans CJK JP"/>
                        </a:rPr>
                        <a:t>今回の回答</a:t>
                      </a:r>
                    </a:p>
                  </a:txBody>
                  <a:tcPr marL="91440" marR="91440" marT="45720" marB="45720" anchor="ctr">
                    <a:solidFill>
                      <a:srgbClr val="F1F2F4"/>
                    </a:solidFill>
                  </a:tcPr>
                </a:tc>
              </a:tr>
              <a:tr h="685800">
                <a:tc>
                  <a:txBody>
                    <a:bodyPr wrap="none" lIns="133350" tIns="95250" rIns="114300" bIns="95250">
                      <a:noAutofit/>
                    </a:bodyPr>
                    <a:lstStyle/>
                    <a:p>
                      <a:r>
                        <a:rPr sz="2100" b="0">
                          <a:solidFill>
                            <a:srgbClr val="111111"/>
                          </a:solidFill>
                          <a:latin typeface="Noto Sans CJK JP"/>
                          <a:ea typeface="Noto Sans CJK JP"/>
                          <a:cs typeface="Noto Sans CJK JP"/>
                        </a:rPr>
                        <a:t>「セミナー」とは？</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特定日時の1回の開催</a:t>
                      </a:r>
                    </a:p>
                  </a:txBody>
                  <a:tcPr marL="91440" marR="91440" marT="45720" marB="45720" anchor="ctr">
                    <a:solidFill>
                      <a:srgbClr val="FFFFFF"/>
                    </a:solidFill>
                  </a:tcPr>
                </a:tc>
              </a:tr>
              <a:tr h="685800">
                <a:tc>
                  <a:txBody>
                    <a:bodyPr wrap="none" lIns="133350" tIns="95250" rIns="114300" bIns="95250">
                      <a:noAutofit/>
                    </a:bodyPr>
                    <a:lstStyle/>
                    <a:p>
                      <a:r>
                        <a:rPr sz="2100" b="0">
                          <a:solidFill>
                            <a:srgbClr val="111111"/>
                          </a:solidFill>
                          <a:latin typeface="Noto Sans CJK JP"/>
                          <a:ea typeface="Noto Sans CJK JP"/>
                          <a:cs typeface="Noto Sans CJK JP"/>
                        </a:rPr>
                        <a:t>誰が申し込む？</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1アカウントが本人分を申し込む</a:t>
                      </a:r>
                    </a:p>
                  </a:txBody>
                  <a:tcPr marL="91440" marR="91440" marT="45720" marB="45720" anchor="ctr">
                    <a:solidFill>
                      <a:srgbClr val="FFFFFF"/>
                    </a:solidFill>
                  </a:tcPr>
                </a:tc>
              </a:tr>
              <a:tr h="685800">
                <a:tc>
                  <a:txBody>
                    <a:bodyPr wrap="none" lIns="133350" tIns="95250" rIns="114300" bIns="95250">
                      <a:noAutofit/>
                    </a:bodyPr>
                    <a:lstStyle/>
                    <a:p>
                      <a:r>
                        <a:rPr sz="2100" b="0">
                          <a:solidFill>
                            <a:srgbClr val="111111"/>
                          </a:solidFill>
                          <a:latin typeface="Noto Sans CJK JP"/>
                          <a:ea typeface="Noto Sans CJK JP"/>
                          <a:cs typeface="Noto Sans CJK JP"/>
                        </a:rPr>
                        <a:t>重複・再申込は？</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組合せにつき1行。再申込は扱わない</a:t>
                      </a:r>
                    </a:p>
                  </a:txBody>
                  <a:tcPr marL="91440" marR="91440" marT="45720" marB="45720" anchor="ctr">
                    <a:solidFill>
                      <a:srgbClr val="FFFFFF"/>
                    </a:solidFill>
                  </a:tcPr>
                </a:tc>
              </a:tr>
              <a:tr h="685800">
                <a:tc>
                  <a:txBody>
                    <a:bodyPr wrap="none" lIns="133350" tIns="95250" rIns="114300" bIns="95250">
                      <a:noAutofit/>
                    </a:bodyPr>
                    <a:lstStyle/>
                    <a:p>
                      <a:r>
                        <a:rPr sz="2100" b="0">
                          <a:solidFill>
                            <a:srgbClr val="111111"/>
                          </a:solidFill>
                          <a:latin typeface="Noto Sans CJK JP"/>
                          <a:ea typeface="Noto Sans CJK JP"/>
                          <a:cs typeface="Noto Sans CJK JP"/>
                        </a:rPr>
                        <a:t>キャンセルしたら？</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申込を残し、状態と取消日時を記録</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644981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51">
            <a:extLst xmlns:a="http://schemas.openxmlformats.org/drawingml/2006/main">
              <a:ext uri="{FF2B5EF4-FFF2-40B4-BE49-F238E27FC236}">
                <a16:creationId xmlns:a16="http://schemas.microsoft.com/office/drawing/2014/main" id="{1F6DD54E-9986-4F44-83EC-3930AE8932DD}"/>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AIと設計する実演｜モデル案</a:t>
            </a:r>
          </a:p>
        </p:txBody>
      </p:sp>
      <p:sp>
        <p:nvSpPr>
          <p:cNvPr id="2" name="text-152">
            <a:extLst xmlns:a="http://schemas.openxmlformats.org/drawingml/2006/main">
              <a:ext uri="{FF2B5EF4-FFF2-40B4-BE49-F238E27FC236}">
                <a16:creationId xmlns:a16="http://schemas.microsoft.com/office/drawing/2014/main" id="{E49FE905-5067-4F09-BB3C-337F80CD7FF8}"/>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モデルには、意味と理由も添える</a:t>
            </a:r>
          </a:p>
        </p:txBody>
      </p:sp>
      <p:sp>
        <p:nvSpPr>
          <p:cNvPr id="3" name="rule-153">
            <a:extLst xmlns:a="http://schemas.openxmlformats.org/drawingml/2006/main">
              <a:ext uri="{FF2B5EF4-FFF2-40B4-BE49-F238E27FC236}">
                <a16:creationId xmlns:a16="http://schemas.microsoft.com/office/drawing/2014/main" id="{5895C0FC-6FBE-47BE-9157-2E9B19397A9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54">
            <a:extLst xmlns:a="http://schemas.openxmlformats.org/drawingml/2006/main">
              <a:ext uri="{FF2B5EF4-FFF2-40B4-BE49-F238E27FC236}">
                <a16:creationId xmlns:a16="http://schemas.microsoft.com/office/drawing/2014/main" id="{59F106D8-3DC9-41C6-B7EB-C8AAA6F330A0}"/>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55">
            <a:extLst xmlns:a="http://schemas.openxmlformats.org/drawingml/2006/main">
              <a:ext uri="{FF2B5EF4-FFF2-40B4-BE49-F238E27FC236}">
                <a16:creationId xmlns:a16="http://schemas.microsoft.com/office/drawing/2014/main" id="{181E41FB-6930-463D-BBE5-1865BAEFBA3E}"/>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15</a:t>
            </a:r>
          </a:p>
        </p:txBody>
      </p:sp>
      <p:graphicFrame>
        <p:nvGraphicFramePr>
          <p:cNvPr id="13" name=""/>
          <p:cNvGraphicFramePr/>
          <p:nvPr/>
        </p:nvGraphicFramePr>
        <p:xfrm>
          <a:off xmlns:a="http://schemas.openxmlformats.org/drawingml/2006/main" x="609600" y="2114550"/>
          <a:ext xmlns:a="http://schemas.openxmlformats.org/drawingml/2006/main" cx="10972800" cy="3086100"/>
        </p:xfrm>
        <a:graphic xmlns:a="http://schemas.openxmlformats.org/drawingml/2006/main">
          <a:graphicData uri="http://schemas.openxmlformats.org/drawingml/2006/table">
            <a:tbl>
              <a:tblPr firstRow="0" bandRow="0"/>
              <a:tblGrid>
                <a:gridCol w="3524250"/>
                <a:gridCol w="7448550"/>
              </a:tblGrid>
              <a:tr h="771525">
                <a:tc>
                  <a:txBody>
                    <a:bodyPr wrap="none" lIns="133350" tIns="95250" rIns="114300" bIns="95250">
                      <a:noAutofit/>
                    </a:bodyPr>
                    <a:lstStyle/>
                    <a:p>
                      <a:r>
                        <a:rPr sz="2100" b="1">
                          <a:solidFill>
                            <a:srgbClr val="111111"/>
                          </a:solidFill>
                          <a:latin typeface="Noto Sans CJK JP"/>
                          <a:ea typeface="Noto Sans CJK JP"/>
                          <a:cs typeface="Noto Sans CJK JP"/>
                        </a:rPr>
                        <a:t>テーブル</a:t>
                      </a:r>
                    </a:p>
                  </a:txBody>
                  <a:tcPr marL="91440" marR="91440" marT="45720" marB="45720" anchor="ctr">
                    <a:solidFill>
                      <a:srgbClr val="F1F2F4"/>
                    </a:solidFill>
                  </a:tcPr>
                </a:tc>
                <a:tc>
                  <a:txBody>
                    <a:bodyPr wrap="none" lIns="133350" tIns="95250" rIns="114300" bIns="95250">
                      <a:noAutofit/>
                    </a:bodyPr>
                    <a:lstStyle/>
                    <a:p>
                      <a:r>
                        <a:rPr sz="2100" b="1">
                          <a:solidFill>
                            <a:srgbClr val="111111"/>
                          </a:solidFill>
                          <a:latin typeface="Noto Sans CJK JP"/>
                          <a:ea typeface="Noto Sans CJK JP"/>
                          <a:cs typeface="Noto Sans CJK JP"/>
                        </a:rPr>
                        <a:t>主な項目</a:t>
                      </a:r>
                    </a:p>
                  </a:txBody>
                  <a:tcPr marL="91440" marR="91440" marT="45720" marB="45720" anchor="ctr">
                    <a:solidFill>
                      <a:srgbClr val="F1F2F4"/>
                    </a:solidFill>
                  </a:tcPr>
                </a:tc>
              </a:tr>
              <a:tr h="771525">
                <a:tc>
                  <a:txBody>
                    <a:bodyPr wrap="none" lIns="133350" tIns="95250" rIns="114300" bIns="95250">
                      <a:noAutofit/>
                    </a:bodyPr>
                    <a:lstStyle/>
                    <a:p>
                      <a:r>
                        <a:rPr sz="2100" b="0">
                          <a:solidFill>
                            <a:srgbClr val="111111"/>
                          </a:solidFill>
                          <a:latin typeface="Noto Sans CJK JP"/>
                          <a:ea typeface="Noto Sans CJK JP"/>
                          <a:cs typeface="Noto Sans CJK JP"/>
                        </a:rPr>
                        <a:t>participants</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ID、現在の氏名、現在のメール</a:t>
                      </a:r>
                    </a:p>
                  </a:txBody>
                  <a:tcPr marL="91440" marR="91440" marT="45720" marB="45720" anchor="ctr">
                    <a:solidFill>
                      <a:srgbClr val="FFFFFF"/>
                    </a:solidFill>
                  </a:tcPr>
                </a:tc>
              </a:tr>
              <a:tr h="771525">
                <a:tc>
                  <a:txBody>
                    <a:bodyPr wrap="none" lIns="133350" tIns="95250" rIns="114300" bIns="95250">
                      <a:noAutofit/>
                    </a:bodyPr>
                    <a:lstStyle/>
                    <a:p>
                      <a:r>
                        <a:rPr sz="2100" b="0">
                          <a:solidFill>
                            <a:srgbClr val="111111"/>
                          </a:solidFill>
                          <a:latin typeface="Noto Sans CJK JP"/>
                          <a:ea typeface="Noto Sans CJK JP"/>
                          <a:cs typeface="Noto Sans CJK JP"/>
                        </a:rPr>
                        <a:t>events</a:t>
                      </a:r>
                    </a:p>
                  </a:txBody>
                  <a:tcPr marL="91440" marR="91440" marT="45720" marB="45720" anchor="ctr">
                    <a:solidFill>
                      <a:srgbClr val="FFFFFF"/>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ID、タイトル、開催日時</a:t>
                      </a:r>
                    </a:p>
                  </a:txBody>
                  <a:tcPr marL="91440" marR="91440" marT="45720" marB="45720" anchor="ctr">
                    <a:solidFill>
                      <a:srgbClr val="FFFFFF"/>
                    </a:solidFill>
                  </a:tcPr>
                </a:tc>
              </a:tr>
              <a:tr h="771525">
                <a:tc>
                  <a:txBody>
                    <a:bodyPr wrap="none" lIns="133350" tIns="95250" rIns="114300" bIns="95250">
                      <a:noAutofit/>
                    </a:bodyPr>
                    <a:lstStyle/>
                    <a:p>
                      <a:r>
                        <a:rPr sz="2100" b="1">
                          <a:solidFill>
                            <a:srgbClr val="175CD3"/>
                          </a:solidFill>
                          <a:latin typeface="Noto Sans CJK JP"/>
                          <a:ea typeface="Noto Sans CJK JP"/>
                          <a:cs typeface="Noto Sans CJK JP"/>
                        </a:rPr>
                        <a:t>registrations</a:t>
                      </a:r>
                    </a:p>
                  </a:txBody>
                  <a:tcPr marL="91440" marR="91440" marT="45720" marB="45720" anchor="ctr">
                    <a:solidFill>
                      <a:srgbClr val="EAF1FC"/>
                    </a:solidFill>
                  </a:tcPr>
                </a:tc>
                <a:tc>
                  <a:txBody>
                    <a:bodyPr wrap="none" lIns="133350" tIns="95250" rIns="114300" bIns="95250">
                      <a:noAutofit/>
                    </a:bodyPr>
                    <a:lstStyle/>
                    <a:p>
                      <a:r>
                        <a:rPr sz="2100" b="0">
                          <a:solidFill>
                            <a:srgbClr val="111111"/>
                          </a:solidFill>
                          <a:latin typeface="Noto Sans CJK JP"/>
                          <a:ea typeface="Noto Sans CJK JP"/>
                          <a:cs typeface="Noto Sans CJK JP"/>
                        </a:rPr>
                        <a:t>ID、参加者ID、開催回ID、状態、申込・取消日時</a:t>
                      </a:r>
                    </a:p>
                  </a:txBody>
                  <a:tcPr marL="91440" marR="91440" marT="45720" marB="45720" anchor="ctr">
                    <a:solidFill>
                      <a:srgbClr val="FFFFFF"/>
                    </a:solidFill>
                  </a:tcPr>
                </a:tc>
              </a:tr>
            </a:tbl>
          </a:graphicData>
        </a:graphic>
      </p:graphicFrame>
      <p:sp>
        <p:nvSpPr>
          <p:cNvPr id="7" name="text-157">
            <a:extLst xmlns:a="http://schemas.openxmlformats.org/drawingml/2006/main">
              <a:ext uri="{FF2B5EF4-FFF2-40B4-BE49-F238E27FC236}">
                <a16:creationId xmlns:a16="http://schemas.microsoft.com/office/drawing/2014/main" id="{CE343390-8E1B-4391-90F4-D744CCE5E355}"/>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ER図と一緒に、「1行の意味」「制約」「理由」を読む。</a:t>
            </a:r>
          </a:p>
        </p:txBody>
      </p:sp>
    </p:spTree>
    <p:extLst>
      <p:ext uri="{BB962C8B-B14F-4D97-AF65-F5344CB8AC3E}">
        <p14:creationId xmlns:p14="http://schemas.microsoft.com/office/powerpoint/2010/main" val="10405092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58">
            <a:extLst xmlns:a="http://schemas.openxmlformats.org/drawingml/2006/main">
              <a:ext uri="{FF2B5EF4-FFF2-40B4-BE49-F238E27FC236}">
                <a16:creationId xmlns:a16="http://schemas.microsoft.com/office/drawing/2014/main" id="{C18BCBD9-5D94-4D86-B5F0-BB7C1666D39F}"/>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AIと設計する実演｜具体例</a:t>
            </a:r>
          </a:p>
        </p:txBody>
      </p:sp>
      <p:sp>
        <p:nvSpPr>
          <p:cNvPr id="2" name="text-159">
            <a:extLst xmlns:a="http://schemas.openxmlformats.org/drawingml/2006/main">
              <a:ext uri="{FF2B5EF4-FFF2-40B4-BE49-F238E27FC236}">
                <a16:creationId xmlns:a16="http://schemas.microsoft.com/office/drawing/2014/main" id="{C373EC6E-425D-4C2D-B2E3-2B17C29AF80E}"/>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架空のデータを入れて、意味を確かめる</a:t>
            </a:r>
          </a:p>
        </p:txBody>
      </p:sp>
      <p:sp>
        <p:nvSpPr>
          <p:cNvPr id="3" name="rule-160">
            <a:extLst xmlns:a="http://schemas.openxmlformats.org/drawingml/2006/main">
              <a:ext uri="{FF2B5EF4-FFF2-40B4-BE49-F238E27FC236}">
                <a16:creationId xmlns:a16="http://schemas.microsoft.com/office/drawing/2014/main" id="{06317A62-CE8E-4A05-AD23-88356A19456D}"/>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61">
            <a:extLst xmlns:a="http://schemas.openxmlformats.org/drawingml/2006/main">
              <a:ext uri="{FF2B5EF4-FFF2-40B4-BE49-F238E27FC236}">
                <a16:creationId xmlns:a16="http://schemas.microsoft.com/office/drawing/2014/main" id="{CDD1C58D-4F5D-41C2-A17A-29F450753E02}"/>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62">
            <a:extLst xmlns:a="http://schemas.openxmlformats.org/drawingml/2006/main">
              <a:ext uri="{FF2B5EF4-FFF2-40B4-BE49-F238E27FC236}">
                <a16:creationId xmlns:a16="http://schemas.microsoft.com/office/drawing/2014/main" id="{9AA47BAC-D3FA-4552-892A-943456B9F094}"/>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16</a:t>
            </a:r>
          </a:p>
        </p:txBody>
      </p:sp>
      <p:sp>
        <p:nvSpPr>
          <p:cNvPr id="6" name="text-163">
            <a:extLst xmlns:a="http://schemas.openxmlformats.org/drawingml/2006/main">
              <a:ext uri="{FF2B5EF4-FFF2-40B4-BE49-F238E27FC236}">
                <a16:creationId xmlns:a16="http://schemas.microsoft.com/office/drawing/2014/main" id="{F5F60102-8FBA-4247-9BE9-0FD47F661B58}"/>
              </a:ext>
            </a:extLst>
          </p:cNvPr>
          <p:cNvSpPr>
            <a:spLocks xmlns:a="http://schemas.openxmlformats.org/drawingml/2006/main" noGrp="1"/>
          </p:cNvSpPr>
          <p:nvPr/>
        </p:nvSpPr>
        <p:spPr>
          <a:xfrm xmlns:a="http://schemas.openxmlformats.org/drawingml/2006/main">
            <a:off x="609600" y="1905000"/>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11111"/>
                </a:solidFill>
                <a:latin typeface="Noto Sans CJK JP"/>
                <a:ea typeface="Noto Sans CJK JP"/>
                <a:cs typeface="Noto Sans CJK JP"/>
              </a:defRPr>
            </a:pPr>
            <a:r>
              <a:rPr sz="2400" b="1">
                <a:solidFill>
                  <a:srgbClr val="111111"/>
                </a:solidFill>
                <a:latin typeface="Noto Sans CJK JP"/>
                <a:ea typeface="Noto Sans CJK JP"/>
                <a:cs typeface="Noto Sans CJK JP"/>
              </a:rPr>
              <a:t>申込データ</a:t>
            </a:r>
          </a:p>
        </p:txBody>
      </p:sp>
      <p:graphicFrame>
        <p:nvGraphicFramePr>
          <p:cNvPr id="17" name=""/>
          <p:cNvGraphicFramePr/>
          <p:nvPr/>
        </p:nvGraphicFramePr>
        <p:xfrm>
          <a:off xmlns:a="http://schemas.openxmlformats.org/drawingml/2006/main" x="609600" y="2505075"/>
          <a:ext xmlns:a="http://schemas.openxmlformats.org/drawingml/2006/main" cx="7191375" cy="2743200"/>
        </p:xfrm>
        <a:graphic xmlns:a="http://schemas.openxmlformats.org/drawingml/2006/main">
          <a:graphicData uri="http://schemas.openxmlformats.org/drawingml/2006/table">
            <a:tbl>
              <a:tblPr firstRow="0" bandRow="0"/>
              <a:tblGrid>
                <a:gridCol w="1524000"/>
                <a:gridCol w="1714500"/>
                <a:gridCol w="1714500"/>
                <a:gridCol w="2238375"/>
              </a:tblGrid>
              <a:tr h="685800">
                <a:tc>
                  <a:txBody>
                    <a:bodyPr wrap="none" lIns="133350" tIns="95250" rIns="114300" bIns="95250">
                      <a:noAutofit/>
                    </a:bodyPr>
                    <a:lstStyle/>
                    <a:p>
                      <a:r>
                        <a:rPr sz="2175" b="1">
                          <a:solidFill>
                            <a:srgbClr val="111111"/>
                          </a:solidFill>
                          <a:latin typeface="Noto Sans CJK JP"/>
                          <a:ea typeface="Noto Sans CJK JP"/>
                          <a:cs typeface="Noto Sans CJK JP"/>
                        </a:rPr>
                        <a:t>申込</a:t>
                      </a:r>
                    </a:p>
                  </a:txBody>
                  <a:tcPr marL="91440" marR="91440" marT="45720" marB="45720" anchor="ctr">
                    <a:solidFill>
                      <a:srgbClr val="F1F2F4"/>
                    </a:solidFill>
                  </a:tcPr>
                </a:tc>
                <a:tc>
                  <a:txBody>
                    <a:bodyPr wrap="none" lIns="133350" tIns="95250" rIns="114300" bIns="95250">
                      <a:noAutofit/>
                    </a:bodyPr>
                    <a:lstStyle/>
                    <a:p>
                      <a:r>
                        <a:rPr sz="2175" b="1">
                          <a:solidFill>
                            <a:srgbClr val="111111"/>
                          </a:solidFill>
                          <a:latin typeface="Noto Sans CJK JP"/>
                          <a:ea typeface="Noto Sans CJK JP"/>
                          <a:cs typeface="Noto Sans CJK JP"/>
                        </a:rPr>
                        <a:t>参加者</a:t>
                      </a:r>
                    </a:p>
                  </a:txBody>
                  <a:tcPr marL="91440" marR="91440" marT="45720" marB="45720" anchor="ctr">
                    <a:solidFill>
                      <a:srgbClr val="F1F2F4"/>
                    </a:solidFill>
                  </a:tcPr>
                </a:tc>
                <a:tc>
                  <a:txBody>
                    <a:bodyPr wrap="none" lIns="133350" tIns="95250" rIns="114300" bIns="95250">
                      <a:noAutofit/>
                    </a:bodyPr>
                    <a:lstStyle/>
                    <a:p>
                      <a:r>
                        <a:rPr sz="2175" b="1">
                          <a:solidFill>
                            <a:srgbClr val="111111"/>
                          </a:solidFill>
                          <a:latin typeface="Noto Sans CJK JP"/>
                          <a:ea typeface="Noto Sans CJK JP"/>
                          <a:cs typeface="Noto Sans CJK JP"/>
                        </a:rPr>
                        <a:t>開催回</a:t>
                      </a:r>
                    </a:p>
                  </a:txBody>
                  <a:tcPr marL="91440" marR="91440" marT="45720" marB="45720" anchor="ctr">
                    <a:solidFill>
                      <a:srgbClr val="F1F2F4"/>
                    </a:solidFill>
                  </a:tcPr>
                </a:tc>
                <a:tc>
                  <a:txBody>
                    <a:bodyPr wrap="none" lIns="133350" tIns="95250" rIns="114300" bIns="95250">
                      <a:noAutofit/>
                    </a:bodyPr>
                    <a:lstStyle/>
                    <a:p>
                      <a:r>
                        <a:rPr sz="2175" b="1">
                          <a:solidFill>
                            <a:srgbClr val="111111"/>
                          </a:solidFill>
                          <a:latin typeface="Noto Sans CJK JP"/>
                          <a:ea typeface="Noto Sans CJK JP"/>
                          <a:cs typeface="Noto Sans CJK JP"/>
                        </a:rPr>
                        <a:t>状態</a:t>
                      </a:r>
                    </a:p>
                  </a:txBody>
                  <a:tcPr marL="91440" marR="91440" marT="45720" marB="45720" anchor="ctr">
                    <a:solidFill>
                      <a:srgbClr val="F1F2F4"/>
                    </a:solidFill>
                  </a:tcPr>
                </a:tc>
              </a:tr>
              <a:tr h="685800">
                <a:tc>
                  <a:txBody>
                    <a:bodyPr wrap="none" lIns="133350" tIns="95250" rIns="114300" bIns="95250">
                      <a:noAutofit/>
                    </a:bodyPr>
                    <a:lstStyle/>
                    <a:p>
                      <a:r>
                        <a:rPr sz="2175" b="0">
                          <a:solidFill>
                            <a:srgbClr val="111111"/>
                          </a:solidFill>
                          <a:latin typeface="Noto Sans CJK JP"/>
                          <a:ea typeface="Noto Sans CJK JP"/>
                          <a:cs typeface="Noto Sans CJK JP"/>
                        </a:rPr>
                        <a:t>R01</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P01</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E01</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申込済</a:t>
                      </a:r>
                    </a:p>
                  </a:txBody>
                  <a:tcPr marL="91440" marR="91440" marT="45720" marB="45720" anchor="ctr">
                    <a:solidFill>
                      <a:srgbClr val="FFFFFF"/>
                    </a:solidFill>
                  </a:tcPr>
                </a:tc>
              </a:tr>
              <a:tr h="685800">
                <a:tc>
                  <a:txBody>
                    <a:bodyPr wrap="none" lIns="133350" tIns="95250" rIns="114300" bIns="95250">
                      <a:noAutofit/>
                    </a:bodyPr>
                    <a:lstStyle/>
                    <a:p>
                      <a:r>
                        <a:rPr sz="2175" b="0">
                          <a:solidFill>
                            <a:srgbClr val="111111"/>
                          </a:solidFill>
                          <a:latin typeface="Noto Sans CJK JP"/>
                          <a:ea typeface="Noto Sans CJK JP"/>
                          <a:cs typeface="Noto Sans CJK JP"/>
                        </a:rPr>
                        <a:t>R02</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P01</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E02</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申込済</a:t>
                      </a:r>
                    </a:p>
                  </a:txBody>
                  <a:tcPr marL="91440" marR="91440" marT="45720" marB="45720" anchor="ctr">
                    <a:solidFill>
                      <a:srgbClr val="FFFFFF"/>
                    </a:solidFill>
                  </a:tcPr>
                </a:tc>
              </a:tr>
              <a:tr h="685800">
                <a:tc>
                  <a:txBody>
                    <a:bodyPr wrap="none" lIns="133350" tIns="95250" rIns="114300" bIns="95250">
                      <a:noAutofit/>
                    </a:bodyPr>
                    <a:lstStyle/>
                    <a:p>
                      <a:r>
                        <a:rPr sz="2175" b="0">
                          <a:solidFill>
                            <a:srgbClr val="111111"/>
                          </a:solidFill>
                          <a:latin typeface="Noto Sans CJK JP"/>
                          <a:ea typeface="Noto Sans CJK JP"/>
                          <a:cs typeface="Noto Sans CJK JP"/>
                        </a:rPr>
                        <a:t>R03</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P02</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E01</a:t>
                      </a:r>
                    </a:p>
                  </a:txBody>
                  <a:tcPr marL="91440" marR="91440" marT="45720" marB="45720" anchor="ctr">
                    <a:solidFill>
                      <a:srgbClr val="FFFFFF"/>
                    </a:solidFill>
                  </a:tcPr>
                </a:tc>
                <a:tc>
                  <a:txBody>
                    <a:bodyPr wrap="none" lIns="133350" tIns="95250" rIns="114300" bIns="95250">
                      <a:noAutofit/>
                    </a:bodyPr>
                    <a:lstStyle/>
                    <a:p>
                      <a:r>
                        <a:rPr sz="2175" b="1">
                          <a:solidFill>
                            <a:srgbClr val="175CD3"/>
                          </a:solidFill>
                          <a:latin typeface="Noto Sans CJK JP"/>
                          <a:ea typeface="Noto Sans CJK JP"/>
                          <a:cs typeface="Noto Sans CJK JP"/>
                        </a:rPr>
                        <a:t>取消済</a:t>
                      </a:r>
                    </a:p>
                  </a:txBody>
                  <a:tcPr marL="91440" marR="91440" marT="45720" marB="45720" anchor="ctr">
                    <a:solidFill>
                      <a:srgbClr val="EAF1FC"/>
                    </a:solidFill>
                  </a:tcPr>
                </a:tc>
              </a:tr>
            </a:tbl>
          </a:graphicData>
        </a:graphic>
      </p:graphicFrame>
      <p:sp>
        <p:nvSpPr>
          <p:cNvPr id="8" name="text-165">
            <a:extLst xmlns:a="http://schemas.openxmlformats.org/drawingml/2006/main">
              <a:ext uri="{FF2B5EF4-FFF2-40B4-BE49-F238E27FC236}">
                <a16:creationId xmlns:a16="http://schemas.microsoft.com/office/drawing/2014/main" id="{2845C66A-06B9-4CC9-B438-CDCFB372E4FB}"/>
              </a:ext>
            </a:extLst>
          </p:cNvPr>
          <p:cNvSpPr>
            <a:spLocks xmlns:a="http://schemas.openxmlformats.org/drawingml/2006/main" noGrp="1"/>
          </p:cNvSpPr>
          <p:nvPr/>
        </p:nvSpPr>
        <p:spPr>
          <a:xfrm xmlns:a="http://schemas.openxmlformats.org/drawingml/2006/main">
            <a:off x="8420100" y="2085975"/>
            <a:ext cx="3162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E01の有効な申込は？</a:t>
            </a:r>
          </a:p>
        </p:txBody>
      </p:sp>
      <p:sp>
        <p:nvSpPr>
          <p:cNvPr id="9" name="text-166">
            <a:extLst xmlns:a="http://schemas.openxmlformats.org/drawingml/2006/main">
              <a:ext uri="{FF2B5EF4-FFF2-40B4-BE49-F238E27FC236}">
                <a16:creationId xmlns:a16="http://schemas.microsoft.com/office/drawing/2014/main" id="{7C195788-113B-475D-813D-46BDFB87CE7D}"/>
              </a:ext>
            </a:extLst>
          </p:cNvPr>
          <p:cNvSpPr>
            <a:spLocks xmlns:a="http://schemas.openxmlformats.org/drawingml/2006/main" noGrp="1"/>
          </p:cNvSpPr>
          <p:nvPr/>
        </p:nvSpPr>
        <p:spPr>
          <a:xfrm xmlns:a="http://schemas.openxmlformats.org/drawingml/2006/main">
            <a:off x="8420100" y="322897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000" b="1">
                <a:solidFill>
                  <a:srgbClr val="175CD3"/>
                </a:solidFill>
                <a:latin typeface="Noto Sans CJK JP"/>
                <a:ea typeface="Noto Sans CJK JP"/>
                <a:cs typeface="Noto Sans CJK JP"/>
              </a:defRPr>
            </a:pPr>
            <a:r>
              <a:rPr sz="6000" b="1">
                <a:solidFill>
                  <a:srgbClr val="175CD3"/>
                </a:solidFill>
                <a:latin typeface="Noto Sans CJK JP"/>
                <a:ea typeface="Noto Sans CJK JP"/>
                <a:cs typeface="Noto Sans CJK JP"/>
              </a:rPr>
              <a:t>1件</a:t>
            </a:r>
          </a:p>
        </p:txBody>
      </p:sp>
      <p:sp>
        <p:nvSpPr>
          <p:cNvPr id="10" name="text-167">
            <a:extLst xmlns:a="http://schemas.openxmlformats.org/drawingml/2006/main">
              <a:ext uri="{FF2B5EF4-FFF2-40B4-BE49-F238E27FC236}">
                <a16:creationId xmlns:a16="http://schemas.microsoft.com/office/drawing/2014/main" id="{53B48516-A68A-4BAF-896E-815F8D686719}"/>
              </a:ext>
            </a:extLst>
          </p:cNvPr>
          <p:cNvSpPr>
            <a:spLocks xmlns:a="http://schemas.openxmlformats.org/drawingml/2006/main" noGrp="1"/>
          </p:cNvSpPr>
          <p:nvPr/>
        </p:nvSpPr>
        <p:spPr>
          <a:xfrm xmlns:a="http://schemas.openxmlformats.org/drawingml/2006/main">
            <a:off x="8420100" y="4514850"/>
            <a:ext cx="3162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取消済は数えない。</a:t>
            </a:r>
          </a:p>
        </p:txBody>
      </p:sp>
    </p:spTree>
    <p:extLst>
      <p:ext uri="{BB962C8B-B14F-4D97-AF65-F5344CB8AC3E}">
        <p14:creationId xmlns:p14="http://schemas.microsoft.com/office/powerpoint/2010/main" val="15319922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68">
            <a:extLst xmlns:a="http://schemas.openxmlformats.org/drawingml/2006/main">
              <a:ext uri="{FF2B5EF4-FFF2-40B4-BE49-F238E27FC236}">
                <a16:creationId xmlns:a16="http://schemas.microsoft.com/office/drawing/2014/main" id="{64C82FF2-C125-4625-B46F-545AB27547A3}"/>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AIと設計する実演｜レビュー</a:t>
            </a:r>
          </a:p>
        </p:txBody>
      </p:sp>
      <p:sp>
        <p:nvSpPr>
          <p:cNvPr id="2" name="text-169">
            <a:extLst xmlns:a="http://schemas.openxmlformats.org/drawingml/2006/main">
              <a:ext uri="{FF2B5EF4-FFF2-40B4-BE49-F238E27FC236}">
                <a16:creationId xmlns:a16="http://schemas.microsoft.com/office/drawing/2014/main" id="{2B973C19-C4D2-4AE7-A8F4-A6500E65AD41}"/>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正常な例に加えて、反例で確かめる</a:t>
            </a:r>
          </a:p>
        </p:txBody>
      </p:sp>
      <p:sp>
        <p:nvSpPr>
          <p:cNvPr id="3" name="rule-170">
            <a:extLst xmlns:a="http://schemas.openxmlformats.org/drawingml/2006/main">
              <a:ext uri="{FF2B5EF4-FFF2-40B4-BE49-F238E27FC236}">
                <a16:creationId xmlns:a16="http://schemas.microsoft.com/office/drawing/2014/main" id="{2357A66B-15C2-4D96-8C49-6C2B088E1158}"/>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71">
            <a:extLst xmlns:a="http://schemas.openxmlformats.org/drawingml/2006/main">
              <a:ext uri="{FF2B5EF4-FFF2-40B4-BE49-F238E27FC236}">
                <a16:creationId xmlns:a16="http://schemas.microsoft.com/office/drawing/2014/main" id="{6D81B549-BE68-4601-9374-90E6761B0CCD}"/>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72">
            <a:extLst xmlns:a="http://schemas.openxmlformats.org/drawingml/2006/main">
              <a:ext uri="{FF2B5EF4-FFF2-40B4-BE49-F238E27FC236}">
                <a16:creationId xmlns:a16="http://schemas.microsoft.com/office/drawing/2014/main" id="{67CBC919-EFD4-445F-AF13-99A3A0945FBE}"/>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17</a:t>
            </a:r>
          </a:p>
        </p:txBody>
      </p:sp>
      <p:graphicFrame>
        <p:nvGraphicFramePr>
          <p:cNvPr id="13" name=""/>
          <p:cNvGraphicFramePr/>
          <p:nvPr/>
        </p:nvGraphicFramePr>
        <p:xfrm>
          <a:off xmlns:a="http://schemas.openxmlformats.org/drawingml/2006/main" x="609600" y="2190750"/>
          <a:ext xmlns:a="http://schemas.openxmlformats.org/drawingml/2006/main" cx="10972800" cy="3276600"/>
        </p:xfrm>
        <a:graphic xmlns:a="http://schemas.openxmlformats.org/drawingml/2006/main">
          <a:graphicData uri="http://schemas.openxmlformats.org/drawingml/2006/table">
            <a:tbl>
              <a:tblPr firstRow="0" bandRow="0"/>
              <a:tblGrid>
                <a:gridCol w="7334250"/>
                <a:gridCol w="3638550"/>
              </a:tblGrid>
              <a:tr h="819150">
                <a:tc>
                  <a:txBody>
                    <a:bodyPr wrap="none" lIns="133350" tIns="95250" rIns="114300" bIns="95250">
                      <a:noAutofit/>
                    </a:bodyPr>
                    <a:lstStyle/>
                    <a:p>
                      <a:r>
                        <a:rPr sz="2175" b="1">
                          <a:solidFill>
                            <a:srgbClr val="111111"/>
                          </a:solidFill>
                          <a:latin typeface="Noto Sans CJK JP"/>
                          <a:ea typeface="Noto Sans CJK JP"/>
                          <a:cs typeface="Noto Sans CJK JP"/>
                        </a:rPr>
                        <a:t>操作</a:t>
                      </a:r>
                    </a:p>
                  </a:txBody>
                  <a:tcPr marL="91440" marR="91440" marT="45720" marB="45720" anchor="ctr">
                    <a:solidFill>
                      <a:srgbClr val="F1F2F4"/>
                    </a:solidFill>
                  </a:tcPr>
                </a:tc>
                <a:tc>
                  <a:txBody>
                    <a:bodyPr wrap="none" lIns="133350" tIns="95250" rIns="114300" bIns="95250">
                      <a:noAutofit/>
                    </a:bodyPr>
                    <a:lstStyle/>
                    <a:p>
                      <a:r>
                        <a:rPr sz="2175" b="1">
                          <a:solidFill>
                            <a:srgbClr val="111111"/>
                          </a:solidFill>
                          <a:latin typeface="Noto Sans CJK JP"/>
                          <a:ea typeface="Noto Sans CJK JP"/>
                          <a:cs typeface="Noto Sans CJK JP"/>
                        </a:rPr>
                        <a:t>期待する結果</a:t>
                      </a:r>
                    </a:p>
                  </a:txBody>
                  <a:tcPr marL="91440" marR="91440" marT="45720" marB="45720" anchor="ctr">
                    <a:solidFill>
                      <a:srgbClr val="F1F2F4"/>
                    </a:solidFill>
                  </a:tcPr>
                </a:tc>
              </a:tr>
              <a:tr h="819150">
                <a:tc>
                  <a:txBody>
                    <a:bodyPr wrap="none" lIns="133350" tIns="95250" rIns="114300" bIns="95250">
                      <a:noAutofit/>
                    </a:bodyPr>
                    <a:lstStyle/>
                    <a:p>
                      <a:r>
                        <a:rPr sz="2175" b="0">
                          <a:solidFill>
                            <a:srgbClr val="111111"/>
                          </a:solidFill>
                          <a:latin typeface="Noto Sans CJK JP"/>
                          <a:ea typeface="Noto Sans CJK JP"/>
                          <a:cs typeface="Noto Sans CJK JP"/>
                        </a:rPr>
                        <a:t>同じ P01 × E01 を、もう1件登録</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重複を拒否する</a:t>
                      </a:r>
                    </a:p>
                  </a:txBody>
                  <a:tcPr marL="91440" marR="91440" marT="45720" marB="45720" anchor="ctr">
                    <a:solidFill>
                      <a:srgbClr val="FFFFFF"/>
                    </a:solidFill>
                  </a:tcPr>
                </a:tc>
              </a:tr>
              <a:tr h="819150">
                <a:tc>
                  <a:txBody>
                    <a:bodyPr wrap="none" lIns="133350" tIns="95250" rIns="114300" bIns="95250">
                      <a:noAutofit/>
                    </a:bodyPr>
                    <a:lstStyle/>
                    <a:p>
                      <a:r>
                        <a:rPr sz="2175" b="0">
                          <a:solidFill>
                            <a:srgbClr val="111111"/>
                          </a:solidFill>
                          <a:latin typeface="Noto Sans CJK JP"/>
                          <a:ea typeface="Noto Sans CJK JP"/>
                          <a:cs typeface="Noto Sans CJK JP"/>
                        </a:rPr>
                        <a:t>存在しない P99 から申込</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登録を拒否する</a:t>
                      </a:r>
                    </a:p>
                  </a:txBody>
                  <a:tcPr marL="91440" marR="91440" marT="45720" marB="45720" anchor="ctr">
                    <a:solidFill>
                      <a:srgbClr val="FFFFFF"/>
                    </a:solidFill>
                  </a:tcPr>
                </a:tc>
              </a:tr>
              <a:tr h="819150">
                <a:tc>
                  <a:txBody>
                    <a:bodyPr wrap="none" lIns="133350" tIns="95250" rIns="114300" bIns="95250">
                      <a:noAutofit/>
                    </a:bodyPr>
                    <a:lstStyle/>
                    <a:p>
                      <a:r>
                        <a:rPr sz="2175" b="0">
                          <a:solidFill>
                            <a:srgbClr val="111111"/>
                          </a:solidFill>
                          <a:latin typeface="Noto Sans CJK JP"/>
                          <a:ea typeface="Noto Sans CJK JP"/>
                          <a:cs typeface="Noto Sans CJK JP"/>
                        </a:rPr>
                        <a:t>P01 の氏名を変更</a:t>
                      </a:r>
                    </a:p>
                  </a:txBody>
                  <a:tcPr marL="91440" marR="91440" marT="45720" marB="45720" anchor="ctr">
                    <a:solidFill>
                      <a:srgbClr val="FFFFFF"/>
                    </a:solidFill>
                  </a:tcPr>
                </a:tc>
                <a:tc>
                  <a:txBody>
                    <a:bodyPr wrap="none" lIns="133350" tIns="95250" rIns="114300" bIns="95250">
                      <a:noAutofit/>
                    </a:bodyPr>
                    <a:lstStyle/>
                    <a:p>
                      <a:r>
                        <a:rPr sz="2175" b="0">
                          <a:solidFill>
                            <a:srgbClr val="111111"/>
                          </a:solidFill>
                          <a:latin typeface="Noto Sans CJK JP"/>
                          <a:ea typeface="Noto Sans CJK JP"/>
                          <a:cs typeface="Noto Sans CJK JP"/>
                        </a:rPr>
                        <a:t>申込との関連は維持される</a:t>
                      </a:r>
                    </a:p>
                  </a:txBody>
                  <a:tcPr marL="91440" marR="91440" marT="45720" marB="45720" anchor="ctr">
                    <a:solidFill>
                      <a:srgbClr val="FFFFFF"/>
                    </a:solidFill>
                  </a:tcPr>
                </a:tc>
              </a:tr>
            </a:tbl>
          </a:graphicData>
        </a:graphic>
      </p:graphicFrame>
      <p:sp>
        <p:nvSpPr>
          <p:cNvPr id="7" name="text-174">
            <a:extLst xmlns:a="http://schemas.openxmlformats.org/drawingml/2006/main">
              <a:ext uri="{FF2B5EF4-FFF2-40B4-BE49-F238E27FC236}">
                <a16:creationId xmlns:a16="http://schemas.microsoft.com/office/drawing/2014/main" id="{265DD2E2-2A16-493E-B530-A90DCAFF49CD}"/>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「操作前 → 操作 → 正しい結果」を、人が説明できるか。</a:t>
            </a:r>
          </a:p>
        </p:txBody>
      </p:sp>
    </p:spTree>
    <p:extLst>
      <p:ext uri="{BB962C8B-B14F-4D97-AF65-F5344CB8AC3E}">
        <p14:creationId xmlns:p14="http://schemas.microsoft.com/office/powerpoint/2010/main" val="9040501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75">
            <a:extLst xmlns:a="http://schemas.openxmlformats.org/drawingml/2006/main">
              <a:ext uri="{FF2B5EF4-FFF2-40B4-BE49-F238E27FC236}">
                <a16:creationId xmlns:a16="http://schemas.microsoft.com/office/drawing/2014/main" id="{CF739BA7-061E-4EA6-A84D-ED129FA0A896}"/>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AIと設計する実演｜実装へ</a:t>
            </a:r>
          </a:p>
        </p:txBody>
      </p:sp>
      <p:sp>
        <p:nvSpPr>
          <p:cNvPr id="2" name="text-176">
            <a:extLst xmlns:a="http://schemas.openxmlformats.org/drawingml/2006/main">
              <a:ext uri="{FF2B5EF4-FFF2-40B4-BE49-F238E27FC236}">
                <a16:creationId xmlns:a16="http://schemas.microsoft.com/office/drawing/2014/main" id="{253A87C2-4A30-42AD-9A3F-576374C332AC}"/>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決めたルールを、実装とテストへ渡す</a:t>
            </a:r>
          </a:p>
        </p:txBody>
      </p:sp>
      <p:sp>
        <p:nvSpPr>
          <p:cNvPr id="3" name="rule-177">
            <a:extLst xmlns:a="http://schemas.openxmlformats.org/drawingml/2006/main">
              <a:ext uri="{FF2B5EF4-FFF2-40B4-BE49-F238E27FC236}">
                <a16:creationId xmlns:a16="http://schemas.microsoft.com/office/drawing/2014/main" id="{20C6CD43-5BBB-4A16-8F3D-755DB3AF2318}"/>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78">
            <a:extLst xmlns:a="http://schemas.openxmlformats.org/drawingml/2006/main">
              <a:ext uri="{FF2B5EF4-FFF2-40B4-BE49-F238E27FC236}">
                <a16:creationId xmlns:a16="http://schemas.microsoft.com/office/drawing/2014/main" id="{33848463-8559-47D6-9096-12CE74CDC16F}"/>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79">
            <a:extLst xmlns:a="http://schemas.openxmlformats.org/drawingml/2006/main">
              <a:ext uri="{FF2B5EF4-FFF2-40B4-BE49-F238E27FC236}">
                <a16:creationId xmlns:a16="http://schemas.microsoft.com/office/drawing/2014/main" id="{A47AC1E8-0EA6-45C5-9A6B-E41C75D27CA3}"/>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18</a:t>
            </a:r>
          </a:p>
        </p:txBody>
      </p:sp>
      <p:sp>
        <p:nvSpPr>
          <p:cNvPr id="6" name="rule-180">
            <a:extLst xmlns:a="http://schemas.openxmlformats.org/drawingml/2006/main">
              <a:ext uri="{FF2B5EF4-FFF2-40B4-BE49-F238E27FC236}">
                <a16:creationId xmlns:a16="http://schemas.microsoft.com/office/drawing/2014/main" id="{EBC3C191-5B06-45FA-9E3C-BEB9DB7C8C28}"/>
              </a:ext>
            </a:extLst>
          </p:cNvPr>
          <p:cNvSpPr>
            <a:spLocks xmlns:a="http://schemas.openxmlformats.org/drawingml/2006/main" noGrp="1"/>
          </p:cNvSpPr>
          <p:nvPr/>
        </p:nvSpPr>
        <p:spPr>
          <a:xfrm xmlns:a="http://schemas.openxmlformats.org/drawingml/2006/main">
            <a:off x="609600" y="3333750"/>
            <a:ext cx="10972800" cy="0"/>
          </a:xfrm>
          <a:prstGeom xmlns:a="http://schemas.openxmlformats.org/drawingml/2006/main" prst="line">
            <a:avLst/>
          </a:prstGeom>
          <a:noFill xmlns:a="http://schemas.openxmlformats.org/drawingml/2006/main"/>
          <a:ln xmlns:a="http://schemas.openxmlformats.org/drawingml/2006/main" w="19050">
            <a:solidFill>
              <a:srgbClr val="C9CDD3"/>
            </a:solidFill>
            <a:prstDash val="solid"/>
          </a:ln>
        </p:spPr>
      </p:sp>
      <p:sp>
        <p:nvSpPr>
          <p:cNvPr id="7" name="text-181">
            <a:extLst xmlns:a="http://schemas.openxmlformats.org/drawingml/2006/main">
              <a:ext uri="{FF2B5EF4-FFF2-40B4-BE49-F238E27FC236}">
                <a16:creationId xmlns:a16="http://schemas.microsoft.com/office/drawing/2014/main" id="{342EF7BD-29AB-46E8-8D59-2F755B1BD234}"/>
              </a:ext>
            </a:extLst>
          </p:cNvPr>
          <p:cNvSpPr>
            <a:spLocks xmlns:a="http://schemas.openxmlformats.org/drawingml/2006/main" noGrp="1"/>
          </p:cNvSpPr>
          <p:nvPr/>
        </p:nvSpPr>
        <p:spPr>
          <a:xfrm xmlns:a="http://schemas.openxmlformats.org/drawingml/2006/main">
            <a:off x="6096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業務ルール</a:t>
            </a:r>
          </a:p>
        </p:txBody>
      </p:sp>
      <p:sp>
        <p:nvSpPr>
          <p:cNvPr id="8" name="text-182">
            <a:extLst xmlns:a="http://schemas.openxmlformats.org/drawingml/2006/main">
              <a:ext uri="{FF2B5EF4-FFF2-40B4-BE49-F238E27FC236}">
                <a16:creationId xmlns:a16="http://schemas.microsoft.com/office/drawing/2014/main" id="{C481EA57-3B76-499C-A7BA-B675BB6362FB}"/>
              </a:ext>
            </a:extLst>
          </p:cNvPr>
          <p:cNvSpPr>
            <a:spLocks xmlns:a="http://schemas.openxmlformats.org/drawingml/2006/main" noGrp="1"/>
          </p:cNvSpPr>
          <p:nvPr/>
        </p:nvSpPr>
        <p:spPr>
          <a:xfrm xmlns:a="http://schemas.openxmlformats.org/drawingml/2006/main">
            <a:off x="6096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同じ参加者と開催回の</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組合せを重複させない</a:t>
            </a:r>
          </a:p>
        </p:txBody>
      </p:sp>
      <p:sp>
        <p:nvSpPr>
          <p:cNvPr id="9" name="text-183">
            <a:extLst xmlns:a="http://schemas.openxmlformats.org/drawingml/2006/main">
              <a:ext uri="{FF2B5EF4-FFF2-40B4-BE49-F238E27FC236}">
                <a16:creationId xmlns:a16="http://schemas.microsoft.com/office/drawing/2014/main" id="{962024DC-7FF3-4F6D-BCF6-1A982550DCA0}"/>
              </a:ext>
            </a:extLst>
          </p:cNvPr>
          <p:cNvSpPr>
            <a:spLocks xmlns:a="http://schemas.openxmlformats.org/drawingml/2006/main" noGrp="1"/>
          </p:cNvSpPr>
          <p:nvPr/>
        </p:nvSpPr>
        <p:spPr>
          <a:xfrm xmlns:a="http://schemas.openxmlformats.org/drawingml/2006/main">
            <a:off x="436245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DBの制約</a:t>
            </a:r>
          </a:p>
        </p:txBody>
      </p:sp>
      <p:sp>
        <p:nvSpPr>
          <p:cNvPr id="10" name="text-184">
            <a:extLst xmlns:a="http://schemas.openxmlformats.org/drawingml/2006/main">
              <a:ext uri="{FF2B5EF4-FFF2-40B4-BE49-F238E27FC236}">
                <a16:creationId xmlns:a16="http://schemas.microsoft.com/office/drawing/2014/main" id="{42A0C04E-4A34-425C-A447-54D057FDF555}"/>
              </a:ext>
            </a:extLst>
          </p:cNvPr>
          <p:cNvSpPr>
            <a:spLocks xmlns:a="http://schemas.openxmlformats.org/drawingml/2006/main" noGrp="1"/>
          </p:cNvSpPr>
          <p:nvPr/>
        </p:nvSpPr>
        <p:spPr>
          <a:xfrm xmlns:a="http://schemas.openxmlformats.org/drawingml/2006/main">
            <a:off x="436245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組合せに</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UNIQUEを設定する</a:t>
            </a:r>
          </a:p>
        </p:txBody>
      </p:sp>
      <p:sp>
        <p:nvSpPr>
          <p:cNvPr id="11" name="text-185">
            <a:extLst xmlns:a="http://schemas.openxmlformats.org/drawingml/2006/main">
              <a:ext uri="{FF2B5EF4-FFF2-40B4-BE49-F238E27FC236}">
                <a16:creationId xmlns:a16="http://schemas.microsoft.com/office/drawing/2014/main" id="{0321560C-034B-45B1-9873-5D5512385A92}"/>
              </a:ext>
            </a:extLst>
          </p:cNvPr>
          <p:cNvSpPr>
            <a:spLocks xmlns:a="http://schemas.openxmlformats.org/drawingml/2006/main" noGrp="1"/>
          </p:cNvSpPr>
          <p:nvPr/>
        </p:nvSpPr>
        <p:spPr>
          <a:xfrm xmlns:a="http://schemas.openxmlformats.org/drawingml/2006/main">
            <a:off x="81153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実際のテスト</a:t>
            </a:r>
          </a:p>
        </p:txBody>
      </p:sp>
      <p:sp>
        <p:nvSpPr>
          <p:cNvPr id="12" name="text-186">
            <a:extLst xmlns:a="http://schemas.openxmlformats.org/drawingml/2006/main">
              <a:ext uri="{FF2B5EF4-FFF2-40B4-BE49-F238E27FC236}">
                <a16:creationId xmlns:a16="http://schemas.microsoft.com/office/drawing/2014/main" id="{880F10A2-2D73-49B9-8F10-20DB44B93F97}"/>
              </a:ext>
            </a:extLst>
          </p:cNvPr>
          <p:cNvSpPr>
            <a:spLocks xmlns:a="http://schemas.openxmlformats.org/drawingml/2006/main" noGrp="1"/>
          </p:cNvSpPr>
          <p:nvPr/>
        </p:nvSpPr>
        <p:spPr>
          <a:xfrm xmlns:a="http://schemas.openxmlformats.org/drawingml/2006/main">
            <a:off x="81153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二重送信しても</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申込は1件のまま</a:t>
            </a:r>
          </a:p>
        </p:txBody>
      </p:sp>
      <p:sp>
        <p:nvSpPr>
          <p:cNvPr id="13" name="text-187">
            <a:extLst xmlns:a="http://schemas.openxmlformats.org/drawingml/2006/main">
              <a:ext uri="{FF2B5EF4-FFF2-40B4-BE49-F238E27FC236}">
                <a16:creationId xmlns:a16="http://schemas.microsoft.com/office/drawing/2014/main" id="{FC1EFE06-AF7F-4D9B-853B-ED1436E4EFAF}"/>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設計レビューと、実際に動かす検証をつなげる。</a:t>
            </a:r>
          </a:p>
        </p:txBody>
      </p:sp>
    </p:spTree>
    <p:extLst>
      <p:ext uri="{BB962C8B-B14F-4D97-AF65-F5344CB8AC3E}">
        <p14:creationId xmlns:p14="http://schemas.microsoft.com/office/powerpoint/2010/main" val="15529772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88">
            <a:extLst xmlns:a="http://schemas.openxmlformats.org/drawingml/2006/main">
              <a:ext uri="{FF2B5EF4-FFF2-40B4-BE49-F238E27FC236}">
                <a16:creationId xmlns:a16="http://schemas.microsoft.com/office/drawing/2014/main" id="{9A76E92E-8BAB-4433-B96E-BDFFDEC7E488}"/>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演習｜現在の値と過去の事実</a:t>
            </a:r>
          </a:p>
        </p:txBody>
      </p:sp>
      <p:sp>
        <p:nvSpPr>
          <p:cNvPr id="2" name="text-189">
            <a:extLst xmlns:a="http://schemas.openxmlformats.org/drawingml/2006/main">
              <a:ext uri="{FF2B5EF4-FFF2-40B4-BE49-F238E27FC236}">
                <a16:creationId xmlns:a16="http://schemas.microsoft.com/office/drawing/2014/main" id="{D0B7B33B-356B-41C6-B0D9-CCB39C7D4510}"/>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値上げしたら、過去の申込まで変わった</a:t>
            </a:r>
          </a:p>
        </p:txBody>
      </p:sp>
      <p:sp>
        <p:nvSpPr>
          <p:cNvPr id="3" name="rule-190">
            <a:extLst xmlns:a="http://schemas.openxmlformats.org/drawingml/2006/main">
              <a:ext uri="{FF2B5EF4-FFF2-40B4-BE49-F238E27FC236}">
                <a16:creationId xmlns:a16="http://schemas.microsoft.com/office/drawing/2014/main" id="{C026561B-FFE1-4BDD-9EA1-90C276E2C74F}"/>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191">
            <a:extLst xmlns:a="http://schemas.openxmlformats.org/drawingml/2006/main">
              <a:ext uri="{FF2B5EF4-FFF2-40B4-BE49-F238E27FC236}">
                <a16:creationId xmlns:a16="http://schemas.microsoft.com/office/drawing/2014/main" id="{34DD1EE8-144E-40C3-99C3-12A6043151DF}"/>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192">
            <a:extLst xmlns:a="http://schemas.openxmlformats.org/drawingml/2006/main">
              <a:ext uri="{FF2B5EF4-FFF2-40B4-BE49-F238E27FC236}">
                <a16:creationId xmlns:a16="http://schemas.microsoft.com/office/drawing/2014/main" id="{11B78968-18FB-4032-AF84-1F1C0C49E696}"/>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19</a:t>
            </a:r>
          </a:p>
        </p:txBody>
      </p:sp>
      <p:sp>
        <p:nvSpPr>
          <p:cNvPr id="6" name="text-193">
            <a:extLst xmlns:a="http://schemas.openxmlformats.org/drawingml/2006/main">
              <a:ext uri="{FF2B5EF4-FFF2-40B4-BE49-F238E27FC236}">
                <a16:creationId xmlns:a16="http://schemas.microsoft.com/office/drawing/2014/main" id="{00E7F50C-A3CC-4B7E-AE71-BDCD8F1F1DC9}"/>
              </a:ext>
            </a:extLst>
          </p:cNvPr>
          <p:cNvSpPr>
            <a:spLocks xmlns:a="http://schemas.openxmlformats.org/drawingml/2006/main" noGrp="1"/>
          </p:cNvSpPr>
          <p:nvPr/>
        </p:nvSpPr>
        <p:spPr>
          <a:xfrm xmlns:a="http://schemas.openxmlformats.org/drawingml/2006/main">
            <a:off x="609600" y="22193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申込時</a:t>
            </a:r>
          </a:p>
        </p:txBody>
      </p:sp>
      <p:sp>
        <p:nvSpPr>
          <p:cNvPr id="7" name="text-194">
            <a:extLst xmlns:a="http://schemas.openxmlformats.org/drawingml/2006/main">
              <a:ext uri="{FF2B5EF4-FFF2-40B4-BE49-F238E27FC236}">
                <a16:creationId xmlns:a16="http://schemas.microsoft.com/office/drawing/2014/main" id="{5FE64A87-139A-459B-B5E0-6A9AFD533279}"/>
              </a:ext>
            </a:extLst>
          </p:cNvPr>
          <p:cNvSpPr>
            <a:spLocks xmlns:a="http://schemas.openxmlformats.org/drawingml/2006/main" noGrp="1"/>
          </p:cNvSpPr>
          <p:nvPr/>
        </p:nvSpPr>
        <p:spPr>
          <a:xfrm xmlns:a="http://schemas.openxmlformats.org/drawingml/2006/main">
            <a:off x="609600" y="3009900"/>
            <a:ext cx="5048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b="1">
                <a:solidFill>
                  <a:srgbClr val="111111"/>
                </a:solidFill>
                <a:latin typeface="Noto Sans CJK JP"/>
                <a:ea typeface="Noto Sans CJK JP"/>
                <a:cs typeface="Noto Sans CJK JP"/>
              </a:defRPr>
            </a:pPr>
            <a:r>
              <a:rPr sz="6450" b="1">
                <a:solidFill>
                  <a:srgbClr val="111111"/>
                </a:solidFill>
                <a:latin typeface="Noto Sans CJK JP"/>
                <a:ea typeface="Noto Sans CJK JP"/>
                <a:cs typeface="Noto Sans CJK JP"/>
              </a:rPr>
              <a:t>3,000円</a:t>
            </a:r>
          </a:p>
        </p:txBody>
      </p:sp>
      <p:sp>
        <p:nvSpPr>
          <p:cNvPr id="8" name="text-195">
            <a:extLst xmlns:a="http://schemas.openxmlformats.org/drawingml/2006/main">
              <a:ext uri="{FF2B5EF4-FFF2-40B4-BE49-F238E27FC236}">
                <a16:creationId xmlns:a16="http://schemas.microsoft.com/office/drawing/2014/main" id="{EE7E2E85-41BB-4DF0-8F93-4EDF8F3E4933}"/>
              </a:ext>
            </a:extLst>
          </p:cNvPr>
          <p:cNvSpPr>
            <a:spLocks xmlns:a="http://schemas.openxmlformats.org/drawingml/2006/main" noGrp="1"/>
          </p:cNvSpPr>
          <p:nvPr/>
        </p:nvSpPr>
        <p:spPr>
          <a:xfrm xmlns:a="http://schemas.openxmlformats.org/drawingml/2006/main">
            <a:off x="6496050" y="2219325"/>
            <a:ext cx="508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その後の募集価格</a:t>
            </a:r>
          </a:p>
        </p:txBody>
      </p:sp>
      <p:sp>
        <p:nvSpPr>
          <p:cNvPr id="9" name="text-196">
            <a:extLst xmlns:a="http://schemas.openxmlformats.org/drawingml/2006/main">
              <a:ext uri="{FF2B5EF4-FFF2-40B4-BE49-F238E27FC236}">
                <a16:creationId xmlns:a16="http://schemas.microsoft.com/office/drawing/2014/main" id="{C75B18EE-2D2D-4B86-B93F-4FFB608F87CD}"/>
              </a:ext>
            </a:extLst>
          </p:cNvPr>
          <p:cNvSpPr>
            <a:spLocks xmlns:a="http://schemas.openxmlformats.org/drawingml/2006/main" noGrp="1"/>
          </p:cNvSpPr>
          <p:nvPr/>
        </p:nvSpPr>
        <p:spPr>
          <a:xfrm xmlns:a="http://schemas.openxmlformats.org/drawingml/2006/main">
            <a:off x="6496050" y="3009900"/>
            <a:ext cx="50863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b="1">
                <a:solidFill>
                  <a:srgbClr val="175CD3"/>
                </a:solidFill>
                <a:latin typeface="Noto Sans CJK JP"/>
                <a:ea typeface="Noto Sans CJK JP"/>
                <a:cs typeface="Noto Sans CJK JP"/>
              </a:defRPr>
            </a:pPr>
            <a:r>
              <a:rPr sz="6450" b="1">
                <a:solidFill>
                  <a:srgbClr val="175CD3"/>
                </a:solidFill>
                <a:latin typeface="Noto Sans CJK JP"/>
                <a:ea typeface="Noto Sans CJK JP"/>
                <a:cs typeface="Noto Sans CJK JP"/>
              </a:rPr>
              <a:t>5,000円</a:t>
            </a:r>
          </a:p>
        </p:txBody>
      </p:sp>
      <p:sp>
        <p:nvSpPr>
          <p:cNvPr id="10" name="text-197">
            <a:extLst xmlns:a="http://schemas.openxmlformats.org/drawingml/2006/main">
              <a:ext uri="{FF2B5EF4-FFF2-40B4-BE49-F238E27FC236}">
                <a16:creationId xmlns:a16="http://schemas.microsoft.com/office/drawing/2014/main" id="{8D9C1DC8-DDAF-4B44-BEF4-8DD2894A9AF6}"/>
              </a:ext>
            </a:extLst>
          </p:cNvPr>
          <p:cNvSpPr>
            <a:spLocks xmlns:a="http://schemas.openxmlformats.org/drawingml/2006/main" noGrp="1"/>
          </p:cNvSpPr>
          <p:nvPr/>
        </p:nvSpPr>
        <p:spPr>
          <a:xfrm xmlns:a="http://schemas.openxmlformats.org/drawingml/2006/main">
            <a:off x="609600" y="48291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過去の申込画面にも、5,000円と表示された。</a:t>
            </a:r>
          </a:p>
        </p:txBody>
      </p:sp>
    </p:spTree>
    <p:extLst>
      <p:ext uri="{BB962C8B-B14F-4D97-AF65-F5344CB8AC3E}">
        <p14:creationId xmlns:p14="http://schemas.microsoft.com/office/powerpoint/2010/main" val="18211845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98">
            <a:extLst xmlns:a="http://schemas.openxmlformats.org/drawingml/2006/main">
              <a:ext uri="{FF2B5EF4-FFF2-40B4-BE49-F238E27FC236}">
                <a16:creationId xmlns:a16="http://schemas.microsoft.com/office/drawing/2014/main" id="{E7CF0426-3B7A-4699-B9D8-E91F1699B649}"/>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演習｜手元のメモで考える</a:t>
            </a:r>
          </a:p>
        </p:txBody>
      </p:sp>
      <p:sp>
        <p:nvSpPr>
          <p:cNvPr id="2" name="text-199">
            <a:extLst xmlns:a="http://schemas.openxmlformats.org/drawingml/2006/main">
              <a:ext uri="{FF2B5EF4-FFF2-40B4-BE49-F238E27FC236}">
                <a16:creationId xmlns:a16="http://schemas.microsoft.com/office/drawing/2014/main" id="{86EA1B04-C3A1-44BB-9457-0D8EA8B4EE92}"/>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何を、どこに、いつ記録しますか？</a:t>
            </a:r>
          </a:p>
        </p:txBody>
      </p:sp>
      <p:sp>
        <p:nvSpPr>
          <p:cNvPr id="3" name="rule-200">
            <a:extLst xmlns:a="http://schemas.openxmlformats.org/drawingml/2006/main">
              <a:ext uri="{FF2B5EF4-FFF2-40B4-BE49-F238E27FC236}">
                <a16:creationId xmlns:a16="http://schemas.microsoft.com/office/drawing/2014/main" id="{82580219-02CD-4FAB-9C54-D58BF4017C00}"/>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01">
            <a:extLst xmlns:a="http://schemas.openxmlformats.org/drawingml/2006/main">
              <a:ext uri="{FF2B5EF4-FFF2-40B4-BE49-F238E27FC236}">
                <a16:creationId xmlns:a16="http://schemas.microsoft.com/office/drawing/2014/main" id="{0CAFAC17-B72B-44BA-B05F-486901CB37B2}"/>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02">
            <a:extLst xmlns:a="http://schemas.openxmlformats.org/drawingml/2006/main">
              <a:ext uri="{FF2B5EF4-FFF2-40B4-BE49-F238E27FC236}">
                <a16:creationId xmlns:a16="http://schemas.microsoft.com/office/drawing/2014/main" id="{0024A47C-2D73-4E3E-8CCF-CE9951608554}"/>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20</a:t>
            </a:r>
          </a:p>
        </p:txBody>
      </p:sp>
      <p:sp>
        <p:nvSpPr>
          <p:cNvPr id="6" name="text-203">
            <a:extLst xmlns:a="http://schemas.openxmlformats.org/drawingml/2006/main">
              <a:ext uri="{FF2B5EF4-FFF2-40B4-BE49-F238E27FC236}">
                <a16:creationId xmlns:a16="http://schemas.microsoft.com/office/drawing/2014/main" id="{AF661508-2363-4545-9A30-8D5EC83F0722}"/>
              </a:ext>
            </a:extLst>
          </p:cNvPr>
          <p:cNvSpPr>
            <a:spLocks xmlns:a="http://schemas.openxmlformats.org/drawingml/2006/main" noGrp="1"/>
          </p:cNvSpPr>
          <p:nvPr/>
        </p:nvSpPr>
        <p:spPr>
          <a:xfrm xmlns:a="http://schemas.openxmlformats.org/drawingml/2006/main">
            <a:off x="609600" y="2209800"/>
            <a:ext cx="80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75CD3"/>
                </a:solidFill>
                <a:latin typeface="Noto Sans CJK JP"/>
                <a:ea typeface="Noto Sans CJK JP"/>
                <a:cs typeface="Noto Sans CJK JP"/>
              </a:defRPr>
            </a:pPr>
            <a:r>
              <a:rPr sz="2700" b="1">
                <a:solidFill>
                  <a:srgbClr val="175CD3"/>
                </a:solidFill>
                <a:latin typeface="Noto Sans CJK JP"/>
                <a:ea typeface="Noto Sans CJK JP"/>
                <a:cs typeface="Noto Sans CJK JP"/>
              </a:rPr>
              <a:t>01</a:t>
            </a:r>
          </a:p>
        </p:txBody>
      </p:sp>
      <p:sp>
        <p:nvSpPr>
          <p:cNvPr id="7" name="text-204">
            <a:extLst xmlns:a="http://schemas.openxmlformats.org/drawingml/2006/main">
              <a:ext uri="{FF2B5EF4-FFF2-40B4-BE49-F238E27FC236}">
                <a16:creationId xmlns:a16="http://schemas.microsoft.com/office/drawing/2014/main" id="{4B3E140C-A0FF-4ED1-BF17-A9A7626E53A8}"/>
              </a:ext>
            </a:extLst>
          </p:cNvPr>
          <p:cNvSpPr>
            <a:spLocks xmlns:a="http://schemas.openxmlformats.org/drawingml/2006/main" noGrp="1"/>
          </p:cNvSpPr>
          <p:nvPr/>
        </p:nvSpPr>
        <p:spPr>
          <a:xfrm xmlns:a="http://schemas.openxmlformats.org/drawingml/2006/main">
            <a:off x="1581150" y="220980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どのテーブルに、何を追加する？</a:t>
            </a:r>
          </a:p>
        </p:txBody>
      </p:sp>
      <p:sp>
        <p:nvSpPr>
          <p:cNvPr id="8" name="rule-205">
            <a:extLst xmlns:a="http://schemas.openxmlformats.org/drawingml/2006/main">
              <a:ext uri="{FF2B5EF4-FFF2-40B4-BE49-F238E27FC236}">
                <a16:creationId xmlns:a16="http://schemas.microsoft.com/office/drawing/2014/main" id="{C2838BE1-89D4-478C-BD70-1F9B20E0ED45}"/>
              </a:ext>
            </a:extLst>
          </p:cNvPr>
          <p:cNvSpPr>
            <a:spLocks xmlns:a="http://schemas.openxmlformats.org/drawingml/2006/main" noGrp="1"/>
          </p:cNvSpPr>
          <p:nvPr/>
        </p:nvSpPr>
        <p:spPr>
          <a:xfrm xmlns:a="http://schemas.openxmlformats.org/drawingml/2006/main">
            <a:off x="1581150" y="2971800"/>
            <a:ext cx="1000125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9" name="text-206">
            <a:extLst xmlns:a="http://schemas.openxmlformats.org/drawingml/2006/main">
              <a:ext uri="{FF2B5EF4-FFF2-40B4-BE49-F238E27FC236}">
                <a16:creationId xmlns:a16="http://schemas.microsoft.com/office/drawing/2014/main" id="{70DD6E1A-F297-42E8-9644-0ED856FB3015}"/>
              </a:ext>
            </a:extLst>
          </p:cNvPr>
          <p:cNvSpPr>
            <a:spLocks xmlns:a="http://schemas.openxmlformats.org/drawingml/2006/main" noGrp="1"/>
          </p:cNvSpPr>
          <p:nvPr/>
        </p:nvSpPr>
        <p:spPr>
          <a:xfrm xmlns:a="http://schemas.openxmlformats.org/drawingml/2006/main">
            <a:off x="609600" y="3343275"/>
            <a:ext cx="80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75CD3"/>
                </a:solidFill>
                <a:latin typeface="Noto Sans CJK JP"/>
                <a:ea typeface="Noto Sans CJK JP"/>
                <a:cs typeface="Noto Sans CJK JP"/>
              </a:defRPr>
            </a:pPr>
            <a:r>
              <a:rPr sz="2700" b="1">
                <a:solidFill>
                  <a:srgbClr val="175CD3"/>
                </a:solidFill>
                <a:latin typeface="Noto Sans CJK JP"/>
                <a:ea typeface="Noto Sans CJK JP"/>
                <a:cs typeface="Noto Sans CJK JP"/>
              </a:rPr>
              <a:t>02</a:t>
            </a:r>
          </a:p>
        </p:txBody>
      </p:sp>
      <p:sp>
        <p:nvSpPr>
          <p:cNvPr id="10" name="text-207">
            <a:extLst xmlns:a="http://schemas.openxmlformats.org/drawingml/2006/main">
              <a:ext uri="{FF2B5EF4-FFF2-40B4-BE49-F238E27FC236}">
                <a16:creationId xmlns:a16="http://schemas.microsoft.com/office/drawing/2014/main" id="{72BBEE39-9528-4C7C-9534-EA24A28608F7}"/>
              </a:ext>
            </a:extLst>
          </p:cNvPr>
          <p:cNvSpPr>
            <a:spLocks xmlns:a="http://schemas.openxmlformats.org/drawingml/2006/main" noGrp="1"/>
          </p:cNvSpPr>
          <p:nvPr/>
        </p:nvSpPr>
        <p:spPr>
          <a:xfrm xmlns:a="http://schemas.openxmlformats.org/drawingml/2006/main">
            <a:off x="1581150" y="3343275"/>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その値を、いつ記録する？</a:t>
            </a:r>
          </a:p>
        </p:txBody>
      </p:sp>
      <p:sp>
        <p:nvSpPr>
          <p:cNvPr id="11" name="rule-208">
            <a:extLst xmlns:a="http://schemas.openxmlformats.org/drawingml/2006/main">
              <a:ext uri="{FF2B5EF4-FFF2-40B4-BE49-F238E27FC236}">
                <a16:creationId xmlns:a16="http://schemas.microsoft.com/office/drawing/2014/main" id="{E55327E8-3E7B-4314-9891-6844C9A8C776}"/>
              </a:ext>
            </a:extLst>
          </p:cNvPr>
          <p:cNvSpPr>
            <a:spLocks xmlns:a="http://schemas.openxmlformats.org/drawingml/2006/main" noGrp="1"/>
          </p:cNvSpPr>
          <p:nvPr/>
        </p:nvSpPr>
        <p:spPr>
          <a:xfrm xmlns:a="http://schemas.openxmlformats.org/drawingml/2006/main">
            <a:off x="1581150" y="4105275"/>
            <a:ext cx="1000125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2" name="text-209">
            <a:extLst xmlns:a="http://schemas.openxmlformats.org/drawingml/2006/main">
              <a:ext uri="{FF2B5EF4-FFF2-40B4-BE49-F238E27FC236}">
                <a16:creationId xmlns:a16="http://schemas.microsoft.com/office/drawing/2014/main" id="{CD3E3D67-F17E-4F31-A40F-3C92501899D0}"/>
              </a:ext>
            </a:extLst>
          </p:cNvPr>
          <p:cNvSpPr>
            <a:spLocks xmlns:a="http://schemas.openxmlformats.org/drawingml/2006/main" noGrp="1"/>
          </p:cNvSpPr>
          <p:nvPr/>
        </p:nvSpPr>
        <p:spPr>
          <a:xfrm xmlns:a="http://schemas.openxmlformats.org/drawingml/2006/main">
            <a:off x="609600" y="4476750"/>
            <a:ext cx="80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75CD3"/>
                </a:solidFill>
                <a:latin typeface="Noto Sans CJK JP"/>
                <a:ea typeface="Noto Sans CJK JP"/>
                <a:cs typeface="Noto Sans CJK JP"/>
              </a:defRPr>
            </a:pPr>
            <a:r>
              <a:rPr sz="2700" b="1">
                <a:solidFill>
                  <a:srgbClr val="175CD3"/>
                </a:solidFill>
                <a:latin typeface="Noto Sans CJK JP"/>
                <a:ea typeface="Noto Sans CJK JP"/>
                <a:cs typeface="Noto Sans CJK JP"/>
              </a:rPr>
              <a:t>03</a:t>
            </a:r>
          </a:p>
        </p:txBody>
      </p:sp>
      <p:sp>
        <p:nvSpPr>
          <p:cNvPr id="13" name="text-210">
            <a:extLst xmlns:a="http://schemas.openxmlformats.org/drawingml/2006/main">
              <a:ext uri="{FF2B5EF4-FFF2-40B4-BE49-F238E27FC236}">
                <a16:creationId xmlns:a16="http://schemas.microsoft.com/office/drawing/2014/main" id="{115D6531-FC6E-4C35-9BBA-346683D7CAFC}"/>
              </a:ext>
            </a:extLst>
          </p:cNvPr>
          <p:cNvSpPr>
            <a:spLocks xmlns:a="http://schemas.openxmlformats.org/drawingml/2006/main" noGrp="1"/>
          </p:cNvSpPr>
          <p:nvPr/>
        </p:nvSpPr>
        <p:spPr>
          <a:xfrm xmlns:a="http://schemas.openxmlformats.org/drawingml/2006/main">
            <a:off x="1581150" y="44767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正しくできたと、何で確認する？</a:t>
            </a:r>
          </a:p>
        </p:txBody>
      </p:sp>
      <p:sp>
        <p:nvSpPr>
          <p:cNvPr id="14" name="rule-211">
            <a:extLst xmlns:a="http://schemas.openxmlformats.org/drawingml/2006/main">
              <a:ext uri="{FF2B5EF4-FFF2-40B4-BE49-F238E27FC236}">
                <a16:creationId xmlns:a16="http://schemas.microsoft.com/office/drawing/2014/main" id="{57129957-070C-48C6-B415-D5801C83BE1A}"/>
              </a:ext>
            </a:extLst>
          </p:cNvPr>
          <p:cNvSpPr>
            <a:spLocks xmlns:a="http://schemas.openxmlformats.org/drawingml/2006/main" noGrp="1"/>
          </p:cNvSpPr>
          <p:nvPr/>
        </p:nvSpPr>
        <p:spPr>
          <a:xfrm xmlns:a="http://schemas.openxmlformats.org/drawingml/2006/main">
            <a:off x="1581150" y="5238750"/>
            <a:ext cx="1000125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Tree>
    <p:extLst>
      <p:ext uri="{BB962C8B-B14F-4D97-AF65-F5344CB8AC3E}">
        <p14:creationId xmlns:p14="http://schemas.microsoft.com/office/powerpoint/2010/main" val="20482259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12">
            <a:extLst xmlns:a="http://schemas.openxmlformats.org/drawingml/2006/main">
              <a:ext uri="{FF2B5EF4-FFF2-40B4-BE49-F238E27FC236}">
                <a16:creationId xmlns:a16="http://schemas.microsoft.com/office/drawing/2014/main" id="{ABEC5F5C-79FE-49D2-B1CF-384BBC8E2D05}"/>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演習の解答</a:t>
            </a:r>
          </a:p>
        </p:txBody>
      </p:sp>
      <p:sp>
        <p:nvSpPr>
          <p:cNvPr id="2" name="text-213">
            <a:extLst xmlns:a="http://schemas.openxmlformats.org/drawingml/2006/main">
              <a:ext uri="{FF2B5EF4-FFF2-40B4-BE49-F238E27FC236}">
                <a16:creationId xmlns:a16="http://schemas.microsoft.com/office/drawing/2014/main" id="{2F05B4C2-41F5-4574-B537-BD6FAEA7CF0B}"/>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現在の価格と、申込時の合意額を分ける</a:t>
            </a:r>
          </a:p>
        </p:txBody>
      </p:sp>
      <p:sp>
        <p:nvSpPr>
          <p:cNvPr id="3" name="rule-214">
            <a:extLst xmlns:a="http://schemas.openxmlformats.org/drawingml/2006/main">
              <a:ext uri="{FF2B5EF4-FFF2-40B4-BE49-F238E27FC236}">
                <a16:creationId xmlns:a16="http://schemas.microsoft.com/office/drawing/2014/main" id="{9235B055-C8A8-427E-8D37-808F875A4EA7}"/>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15">
            <a:extLst xmlns:a="http://schemas.openxmlformats.org/drawingml/2006/main">
              <a:ext uri="{FF2B5EF4-FFF2-40B4-BE49-F238E27FC236}">
                <a16:creationId xmlns:a16="http://schemas.microsoft.com/office/drawing/2014/main" id="{D1A68613-2EFF-4D31-9B0A-94F6F74459D4}"/>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16">
            <a:extLst xmlns:a="http://schemas.openxmlformats.org/drawingml/2006/main">
              <a:ext uri="{FF2B5EF4-FFF2-40B4-BE49-F238E27FC236}">
                <a16:creationId xmlns:a16="http://schemas.microsoft.com/office/drawing/2014/main" id="{E565EE88-51D2-458E-BBA0-D574E785BCDB}"/>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21</a:t>
            </a:r>
          </a:p>
        </p:txBody>
      </p:sp>
      <p:graphicFrame>
        <p:nvGraphicFramePr>
          <p:cNvPr id="13" name=""/>
          <p:cNvGraphicFramePr/>
          <p:nvPr/>
        </p:nvGraphicFramePr>
        <p:xfrm>
          <a:off xmlns:a="http://schemas.openxmlformats.org/drawingml/2006/main" x="609600" y="2247900"/>
          <a:ext xmlns:a="http://schemas.openxmlformats.org/drawingml/2006/main" cx="10972800" cy="2971800"/>
        </p:xfrm>
        <a:graphic xmlns:a="http://schemas.openxmlformats.org/drawingml/2006/main">
          <a:graphicData uri="http://schemas.openxmlformats.org/drawingml/2006/table">
            <a:tbl>
              <a:tblPr firstRow="0" bandRow="0"/>
              <a:tblGrid>
                <a:gridCol w="3143250"/>
                <a:gridCol w="4286250"/>
                <a:gridCol w="3543300"/>
              </a:tblGrid>
              <a:tr h="742950">
                <a:tc>
                  <a:txBody>
                    <a:bodyPr wrap="none" lIns="133350" tIns="95250" rIns="114300" bIns="95250">
                      <a:noAutofit/>
                    </a:bodyPr>
                    <a:lstStyle/>
                    <a:p>
                      <a:r>
                        <a:rPr sz="2250" b="1">
                          <a:solidFill>
                            <a:srgbClr val="111111"/>
                          </a:solidFill>
                          <a:latin typeface="Noto Sans CJK JP"/>
                          <a:ea typeface="Noto Sans CJK JP"/>
                          <a:cs typeface="Noto Sans CJK JP"/>
                        </a:rPr>
                        <a:t>保存先</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記録する事実</a:t>
                      </a:r>
                    </a:p>
                  </a:txBody>
                  <a:tcPr marL="91440" marR="91440" marT="45720" marB="45720" anchor="ctr">
                    <a:solidFill>
                      <a:srgbClr val="F1F2F4"/>
                    </a:solidFill>
                  </a:tcPr>
                </a:tc>
                <a:tc>
                  <a:txBody>
                    <a:bodyPr wrap="none" lIns="133350" tIns="95250" rIns="114300" bIns="95250">
                      <a:noAutofit/>
                    </a:bodyPr>
                    <a:lstStyle/>
                    <a:p>
                      <a:r>
                        <a:rPr sz="2250" b="1">
                          <a:solidFill>
                            <a:srgbClr val="111111"/>
                          </a:solidFill>
                          <a:latin typeface="Noto Sans CJK JP"/>
                          <a:ea typeface="Noto Sans CJK JP"/>
                          <a:cs typeface="Noto Sans CJK JP"/>
                        </a:rPr>
                        <a:t>値上げ後</a:t>
                      </a:r>
                    </a:p>
                  </a:txBody>
                  <a:tcPr marL="91440" marR="91440" marT="45720" marB="45720" anchor="ctr">
                    <a:solidFill>
                      <a:srgbClr val="F1F2F4"/>
                    </a:solidFill>
                  </a:tcPr>
                </a:tc>
              </a:tr>
              <a:tr h="742950">
                <a:tc>
                  <a:txBody>
                    <a:bodyPr wrap="none" lIns="133350" tIns="95250" rIns="114300" bIns="95250">
                      <a:noAutofit/>
                    </a:bodyPr>
                    <a:lstStyle/>
                    <a:p>
                      <a:r>
                        <a:rPr sz="2250" b="0">
                          <a:solidFill>
                            <a:srgbClr val="111111"/>
                          </a:solidFill>
                          <a:latin typeface="Noto Sans CJK JP"/>
                          <a:ea typeface="Noto Sans CJK JP"/>
                          <a:cs typeface="Noto Sans CJK JP"/>
                        </a:rPr>
                        <a:t>開催回</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現在の募集価格</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5,000円</a:t>
                      </a:r>
                    </a:p>
                  </a:txBody>
                  <a:tcPr marL="91440" marR="91440" marT="45720" marB="45720" anchor="ctr">
                    <a:solidFill>
                      <a:srgbClr val="FFFFFF"/>
                    </a:solidFill>
                  </a:tcPr>
                </a:tc>
              </a:tr>
              <a:tr h="742950">
                <a:tc>
                  <a:txBody>
                    <a:bodyPr wrap="none" lIns="133350" tIns="95250" rIns="114300" bIns="95250">
                      <a:noAutofit/>
                    </a:bodyPr>
                    <a:lstStyle/>
                    <a:p>
                      <a:r>
                        <a:rPr sz="2250" b="0">
                          <a:solidFill>
                            <a:srgbClr val="111111"/>
                          </a:solidFill>
                          <a:latin typeface="Noto Sans CJK JP"/>
                          <a:ea typeface="Noto Sans CJK JP"/>
                          <a:cs typeface="Noto Sans CJK JP"/>
                        </a:rPr>
                        <a:t>P01の申込</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申込時の合意額</a:t>
                      </a:r>
                    </a:p>
                  </a:txBody>
                  <a:tcPr marL="91440" marR="91440" marT="45720" marB="45720" anchor="ctr">
                    <a:solidFill>
                      <a:srgbClr val="FFFFFF"/>
                    </a:solidFill>
                  </a:tcPr>
                </a:tc>
                <a:tc>
                  <a:txBody>
                    <a:bodyPr wrap="none" lIns="133350" tIns="95250" rIns="114300" bIns="95250">
                      <a:noAutofit/>
                    </a:bodyPr>
                    <a:lstStyle/>
                    <a:p>
                      <a:r>
                        <a:rPr sz="2250" b="1">
                          <a:solidFill>
                            <a:srgbClr val="175CD3"/>
                          </a:solidFill>
                          <a:latin typeface="Noto Sans CJK JP"/>
                          <a:ea typeface="Noto Sans CJK JP"/>
                          <a:cs typeface="Noto Sans CJK JP"/>
                        </a:rPr>
                        <a:t>3,000円</a:t>
                      </a:r>
                    </a:p>
                  </a:txBody>
                  <a:tcPr marL="91440" marR="91440" marT="45720" marB="45720" anchor="ctr">
                    <a:solidFill>
                      <a:srgbClr val="EAF1FC"/>
                    </a:solidFill>
                  </a:tcPr>
                </a:tc>
              </a:tr>
              <a:tr h="742950">
                <a:tc>
                  <a:txBody>
                    <a:bodyPr wrap="none" lIns="133350" tIns="95250" rIns="114300" bIns="95250">
                      <a:noAutofit/>
                    </a:bodyPr>
                    <a:lstStyle/>
                    <a:p>
                      <a:r>
                        <a:rPr sz="2250" b="0">
                          <a:solidFill>
                            <a:srgbClr val="111111"/>
                          </a:solidFill>
                          <a:latin typeface="Noto Sans CJK JP"/>
                          <a:ea typeface="Noto Sans CJK JP"/>
                          <a:cs typeface="Noto Sans CJK JP"/>
                        </a:rPr>
                        <a:t>新規P03の申込</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申込時の合意額</a:t>
                      </a:r>
                    </a:p>
                  </a:txBody>
                  <a:tcPr marL="91440" marR="91440" marT="45720" marB="45720" anchor="ctr">
                    <a:solidFill>
                      <a:srgbClr val="FFFFFF"/>
                    </a:solidFill>
                  </a:tcPr>
                </a:tc>
                <a:tc>
                  <a:txBody>
                    <a:bodyPr wrap="none" lIns="133350" tIns="95250" rIns="114300" bIns="95250">
                      <a:noAutofit/>
                    </a:bodyPr>
                    <a:lstStyle/>
                    <a:p>
                      <a:r>
                        <a:rPr sz="2250" b="0">
                          <a:solidFill>
                            <a:srgbClr val="111111"/>
                          </a:solidFill>
                          <a:latin typeface="Noto Sans CJK JP"/>
                          <a:ea typeface="Noto Sans CJK JP"/>
                          <a:cs typeface="Noto Sans CJK JP"/>
                        </a:rPr>
                        <a:t>5,000円</a:t>
                      </a:r>
                    </a:p>
                  </a:txBody>
                  <a:tcPr marL="91440" marR="91440" marT="45720" marB="45720" anchor="ctr">
                    <a:solidFill>
                      <a:srgbClr val="FFFFFF"/>
                    </a:solidFill>
                  </a:tcPr>
                </a:tc>
              </a:tr>
            </a:tbl>
          </a:graphicData>
        </a:graphic>
      </p:graphicFrame>
      <p:sp>
        <p:nvSpPr>
          <p:cNvPr id="7" name="text-218">
            <a:extLst xmlns:a="http://schemas.openxmlformats.org/drawingml/2006/main">
              <a:ext uri="{FF2B5EF4-FFF2-40B4-BE49-F238E27FC236}">
                <a16:creationId xmlns:a16="http://schemas.microsoft.com/office/drawing/2014/main" id="{A9068625-6D0F-46B4-9D41-EBFECF58C170}"/>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合意額は申込成立時に記録し、募集価格の変更では変えない。</a:t>
            </a:r>
          </a:p>
        </p:txBody>
      </p:sp>
    </p:spTree>
    <p:extLst>
      <p:ext uri="{BB962C8B-B14F-4D97-AF65-F5344CB8AC3E}">
        <p14:creationId xmlns:p14="http://schemas.microsoft.com/office/powerpoint/2010/main" val="38249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19">
            <a:extLst xmlns:a="http://schemas.openxmlformats.org/drawingml/2006/main">
              <a:ext uri="{FF2B5EF4-FFF2-40B4-BE49-F238E27FC236}">
                <a16:creationId xmlns:a16="http://schemas.microsoft.com/office/drawing/2014/main" id="{27BB6CFC-AE51-4B8E-A6F9-153BF6D6BDE8}"/>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演習から、実際の開発へ</a:t>
            </a:r>
          </a:p>
        </p:txBody>
      </p:sp>
      <p:sp>
        <p:nvSpPr>
          <p:cNvPr id="2" name="text-220">
            <a:extLst xmlns:a="http://schemas.openxmlformats.org/drawingml/2006/main">
              <a:ext uri="{FF2B5EF4-FFF2-40B4-BE49-F238E27FC236}">
                <a16:creationId xmlns:a16="http://schemas.microsoft.com/office/drawing/2014/main" id="{6CAC1854-6A16-48D1-B2E8-C61D76260607}"/>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記録していない過去は、復元できる？</a:t>
            </a:r>
          </a:p>
        </p:txBody>
      </p:sp>
      <p:sp>
        <p:nvSpPr>
          <p:cNvPr id="3" name="rule-221">
            <a:extLst xmlns:a="http://schemas.openxmlformats.org/drawingml/2006/main">
              <a:ext uri="{FF2B5EF4-FFF2-40B4-BE49-F238E27FC236}">
                <a16:creationId xmlns:a16="http://schemas.microsoft.com/office/drawing/2014/main" id="{8DC38A42-FE8D-4742-84AB-B9D643E93AE4}"/>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22">
            <a:extLst xmlns:a="http://schemas.openxmlformats.org/drawingml/2006/main">
              <a:ext uri="{FF2B5EF4-FFF2-40B4-BE49-F238E27FC236}">
                <a16:creationId xmlns:a16="http://schemas.microsoft.com/office/drawing/2014/main" id="{C3DB6048-CACE-407E-9B6D-3AE7239E953A}"/>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23">
            <a:extLst xmlns:a="http://schemas.openxmlformats.org/drawingml/2006/main">
              <a:ext uri="{FF2B5EF4-FFF2-40B4-BE49-F238E27FC236}">
                <a16:creationId xmlns:a16="http://schemas.microsoft.com/office/drawing/2014/main" id="{D922A869-81BD-4639-9E58-F912506441A9}"/>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22</a:t>
            </a:r>
          </a:p>
        </p:txBody>
      </p:sp>
      <p:sp>
        <p:nvSpPr>
          <p:cNvPr id="6" name="text-224">
            <a:extLst xmlns:a="http://schemas.openxmlformats.org/drawingml/2006/main">
              <a:ext uri="{FF2B5EF4-FFF2-40B4-BE49-F238E27FC236}">
                <a16:creationId xmlns:a16="http://schemas.microsoft.com/office/drawing/2014/main" id="{5E3B71AD-C817-4053-BFBC-F12B358FA4EC}"/>
              </a:ext>
            </a:extLst>
          </p:cNvPr>
          <p:cNvSpPr>
            <a:spLocks xmlns:a="http://schemas.openxmlformats.org/drawingml/2006/main" noGrp="1"/>
          </p:cNvSpPr>
          <p:nvPr/>
        </p:nvSpPr>
        <p:spPr>
          <a:xfrm xmlns:a="http://schemas.openxmlformats.org/drawingml/2006/main">
            <a:off x="609600" y="2314575"/>
            <a:ext cx="109728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1">
                <a:solidFill>
                  <a:srgbClr val="111111"/>
                </a:solidFill>
                <a:latin typeface="Noto Sans CJK JP"/>
                <a:ea typeface="Noto Sans CJK JP"/>
                <a:cs typeface="Noto Sans CJK JP"/>
              </a:defRPr>
            </a:pPr>
            <a:r>
              <a:rPr sz="4800" b="1">
                <a:solidFill>
                  <a:srgbClr val="111111"/>
                </a:solidFill>
                <a:latin typeface="Noto Sans CJK JP"/>
                <a:ea typeface="Noto Sans CJK JP"/>
                <a:cs typeface="Noto Sans CJK JP"/>
              </a:rPr>
              <a:t>列は追加できる。</a:t>
            </a:r>
          </a:p>
          <a:p xmlns:a="http://schemas.openxmlformats.org/drawingml/2006/main">
            <a:pPr algn="l">
              <a:defRPr sz="4800" b="1">
                <a:solidFill>
                  <a:srgbClr val="111111"/>
                </a:solidFill>
                <a:latin typeface="Noto Sans CJK JP"/>
                <a:ea typeface="Noto Sans CJK JP"/>
                <a:cs typeface="Noto Sans CJK JP"/>
              </a:defRPr>
            </a:pPr>
            <a:r>
              <a:rPr sz="4800" b="1">
                <a:solidFill>
                  <a:srgbClr val="111111"/>
                </a:solidFill>
                <a:latin typeface="Noto Sans CJK JP"/>
                <a:ea typeface="Noto Sans CJK JP"/>
                <a:cs typeface="Noto Sans CJK JP"/>
              </a:rPr>
              <a:t>当時の事実は、根拠が必要。</a:t>
            </a:r>
          </a:p>
        </p:txBody>
      </p:sp>
      <p:sp>
        <p:nvSpPr>
          <p:cNvPr id="7" name="text-225">
            <a:extLst xmlns:a="http://schemas.openxmlformats.org/drawingml/2006/main">
              <a:ext uri="{FF2B5EF4-FFF2-40B4-BE49-F238E27FC236}">
                <a16:creationId xmlns:a16="http://schemas.microsoft.com/office/drawing/2014/main" id="{AC761332-B33D-43DA-A676-BBE5920DAF5B}"/>
              </a:ext>
            </a:extLst>
          </p:cNvPr>
          <p:cNvSpPr>
            <a:spLocks xmlns:a="http://schemas.openxmlformats.org/drawingml/2006/main" noGrp="1"/>
          </p:cNvSpPr>
          <p:nvPr/>
        </p:nvSpPr>
        <p:spPr>
          <a:xfrm xmlns:a="http://schemas.openxmlformats.org/drawingml/2006/main">
            <a:off x="609600" y="48196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B606A"/>
                </a:solidFill>
                <a:latin typeface="Noto Sans CJK JP"/>
                <a:ea typeface="Noto Sans CJK JP"/>
                <a:cs typeface="Noto Sans CJK JP"/>
              </a:defRPr>
            </a:pPr>
            <a:r>
              <a:rPr sz="2250" b="0">
                <a:solidFill>
                  <a:srgbClr val="5B606A"/>
                </a:solidFill>
                <a:latin typeface="Noto Sans CJK JP"/>
                <a:ea typeface="Noto Sans CJK JP"/>
                <a:cs typeface="Noto Sans CJK JP"/>
              </a:rPr>
              <a:t>申込確認記録を探す。分からない値は、不明として扱う。</a:t>
            </a:r>
          </a:p>
        </p:txBody>
      </p:sp>
    </p:spTree>
    <p:extLst>
      <p:ext uri="{BB962C8B-B14F-4D97-AF65-F5344CB8AC3E}">
        <p14:creationId xmlns:p14="http://schemas.microsoft.com/office/powerpoint/2010/main" val="5863469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26">
            <a:extLst xmlns:a="http://schemas.openxmlformats.org/drawingml/2006/main">
              <a:ext uri="{FF2B5EF4-FFF2-40B4-BE49-F238E27FC236}">
                <a16:creationId xmlns:a16="http://schemas.microsoft.com/office/drawing/2014/main" id="{E2696C83-F00B-4C50-83FD-D05A4E5E6C09}"/>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自分の開発で使う手順</a:t>
            </a:r>
          </a:p>
        </p:txBody>
      </p:sp>
      <p:sp>
        <p:nvSpPr>
          <p:cNvPr id="2" name="text-227">
            <a:extLst xmlns:a="http://schemas.openxmlformats.org/drawingml/2006/main">
              <a:ext uri="{FF2B5EF4-FFF2-40B4-BE49-F238E27FC236}">
                <a16:creationId xmlns:a16="http://schemas.microsoft.com/office/drawing/2014/main" id="{AC2A9FC5-FD17-4602-9B3B-2352C5306586}"/>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小さく設計し、実装と一緒に育てる</a:t>
            </a:r>
          </a:p>
        </p:txBody>
      </p:sp>
      <p:sp>
        <p:nvSpPr>
          <p:cNvPr id="3" name="rule-228">
            <a:extLst xmlns:a="http://schemas.openxmlformats.org/drawingml/2006/main">
              <a:ext uri="{FF2B5EF4-FFF2-40B4-BE49-F238E27FC236}">
                <a16:creationId xmlns:a16="http://schemas.microsoft.com/office/drawing/2014/main" id="{3EFF863A-F101-4E59-A97B-958E1CFFCC0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29">
            <a:extLst xmlns:a="http://schemas.openxmlformats.org/drawingml/2006/main">
              <a:ext uri="{FF2B5EF4-FFF2-40B4-BE49-F238E27FC236}">
                <a16:creationId xmlns:a16="http://schemas.microsoft.com/office/drawing/2014/main" id="{E4A9AAB3-E945-43FC-ABA5-2F48D2C999A3}"/>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30">
            <a:extLst xmlns:a="http://schemas.openxmlformats.org/drawingml/2006/main">
              <a:ext uri="{FF2B5EF4-FFF2-40B4-BE49-F238E27FC236}">
                <a16:creationId xmlns:a16="http://schemas.microsoft.com/office/drawing/2014/main" id="{467C05E3-040D-403B-8BD1-084526B76B61}"/>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23</a:t>
            </a:r>
          </a:p>
        </p:txBody>
      </p:sp>
      <p:sp>
        <p:nvSpPr>
          <p:cNvPr id="6" name="rule-231">
            <a:extLst xmlns:a="http://schemas.openxmlformats.org/drawingml/2006/main">
              <a:ext uri="{FF2B5EF4-FFF2-40B4-BE49-F238E27FC236}">
                <a16:creationId xmlns:a16="http://schemas.microsoft.com/office/drawing/2014/main" id="{55CDF200-AFEA-4AB3-B523-E2AC94F33946}"/>
              </a:ext>
            </a:extLst>
          </p:cNvPr>
          <p:cNvSpPr>
            <a:spLocks xmlns:a="http://schemas.openxmlformats.org/drawingml/2006/main" noGrp="1"/>
          </p:cNvSpPr>
          <p:nvPr/>
        </p:nvSpPr>
        <p:spPr>
          <a:xfrm xmlns:a="http://schemas.openxmlformats.org/drawingml/2006/main">
            <a:off x="609600" y="3333750"/>
            <a:ext cx="10972800" cy="0"/>
          </a:xfrm>
          <a:prstGeom xmlns:a="http://schemas.openxmlformats.org/drawingml/2006/main" prst="line">
            <a:avLst/>
          </a:prstGeom>
          <a:noFill xmlns:a="http://schemas.openxmlformats.org/drawingml/2006/main"/>
          <a:ln xmlns:a="http://schemas.openxmlformats.org/drawingml/2006/main" w="19050">
            <a:solidFill>
              <a:srgbClr val="C9CDD3"/>
            </a:solidFill>
            <a:prstDash val="solid"/>
          </a:ln>
        </p:spPr>
      </p:sp>
      <p:sp>
        <p:nvSpPr>
          <p:cNvPr id="7" name="text-232">
            <a:extLst xmlns:a="http://schemas.openxmlformats.org/drawingml/2006/main">
              <a:ext uri="{FF2B5EF4-FFF2-40B4-BE49-F238E27FC236}">
                <a16:creationId xmlns:a16="http://schemas.microsoft.com/office/drawing/2014/main" id="{B59044C2-4219-430E-8DAB-7918F138A068}"/>
              </a:ext>
            </a:extLst>
          </p:cNvPr>
          <p:cNvSpPr>
            <a:spLocks xmlns:a="http://schemas.openxmlformats.org/drawingml/2006/main" noGrp="1"/>
          </p:cNvSpPr>
          <p:nvPr/>
        </p:nvSpPr>
        <p:spPr>
          <a:xfrm xmlns:a="http://schemas.openxmlformats.org/drawingml/2006/main">
            <a:off x="6096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理解する</a:t>
            </a:r>
          </a:p>
        </p:txBody>
      </p:sp>
      <p:sp>
        <p:nvSpPr>
          <p:cNvPr id="8" name="text-233">
            <a:extLst xmlns:a="http://schemas.openxmlformats.org/drawingml/2006/main">
              <a:ext uri="{FF2B5EF4-FFF2-40B4-BE49-F238E27FC236}">
                <a16:creationId xmlns:a16="http://schemas.microsoft.com/office/drawing/2014/main" id="{9E46872C-1CC6-448B-9498-288EE77B9B53}"/>
              </a:ext>
            </a:extLst>
          </p:cNvPr>
          <p:cNvSpPr>
            <a:spLocks xmlns:a="http://schemas.openxmlformats.org/drawingml/2006/main" noGrp="1"/>
          </p:cNvSpPr>
          <p:nvPr/>
        </p:nvSpPr>
        <p:spPr>
          <a:xfrm xmlns:a="http://schemas.openxmlformats.org/drawingml/2006/main">
            <a:off x="6096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やりたいことを書く</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不明点を確認する</a:t>
            </a:r>
          </a:p>
        </p:txBody>
      </p:sp>
      <p:sp>
        <p:nvSpPr>
          <p:cNvPr id="9" name="text-234">
            <a:extLst xmlns:a="http://schemas.openxmlformats.org/drawingml/2006/main">
              <a:ext uri="{FF2B5EF4-FFF2-40B4-BE49-F238E27FC236}">
                <a16:creationId xmlns:a16="http://schemas.microsoft.com/office/drawing/2014/main" id="{61CC748B-AEB8-491F-BCC7-6394EFC45588}"/>
              </a:ext>
            </a:extLst>
          </p:cNvPr>
          <p:cNvSpPr>
            <a:spLocks xmlns:a="http://schemas.openxmlformats.org/drawingml/2006/main" noGrp="1"/>
          </p:cNvSpPr>
          <p:nvPr/>
        </p:nvSpPr>
        <p:spPr>
          <a:xfrm xmlns:a="http://schemas.openxmlformats.org/drawingml/2006/main">
            <a:off x="436245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75CD3"/>
                </a:solidFill>
                <a:latin typeface="Noto Sans CJK JP"/>
                <a:ea typeface="Noto Sans CJK JP"/>
                <a:cs typeface="Noto Sans CJK JP"/>
              </a:defRPr>
            </a:pPr>
            <a:r>
              <a:rPr sz="2550" b="1">
                <a:solidFill>
                  <a:srgbClr val="175CD3"/>
                </a:solidFill>
                <a:latin typeface="Noto Sans CJK JP"/>
                <a:ea typeface="Noto Sans CJK JP"/>
                <a:cs typeface="Noto Sans CJK JP"/>
              </a:rPr>
              <a:t>設計する</a:t>
            </a:r>
          </a:p>
        </p:txBody>
      </p:sp>
      <p:sp>
        <p:nvSpPr>
          <p:cNvPr id="10" name="text-235">
            <a:extLst xmlns:a="http://schemas.openxmlformats.org/drawingml/2006/main">
              <a:ext uri="{FF2B5EF4-FFF2-40B4-BE49-F238E27FC236}">
                <a16:creationId xmlns:a16="http://schemas.microsoft.com/office/drawing/2014/main" id="{3194A78F-159E-4482-A556-3A0F70D9B00D}"/>
              </a:ext>
            </a:extLst>
          </p:cNvPr>
          <p:cNvSpPr>
            <a:spLocks xmlns:a="http://schemas.openxmlformats.org/drawingml/2006/main" noGrp="1"/>
          </p:cNvSpPr>
          <p:nvPr/>
        </p:nvSpPr>
        <p:spPr>
          <a:xfrm xmlns:a="http://schemas.openxmlformats.org/drawingml/2006/main">
            <a:off x="436245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意味と関係を決める</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具体例で確かめる</a:t>
            </a:r>
          </a:p>
        </p:txBody>
      </p:sp>
      <p:sp>
        <p:nvSpPr>
          <p:cNvPr id="11" name="text-236">
            <a:extLst xmlns:a="http://schemas.openxmlformats.org/drawingml/2006/main">
              <a:ext uri="{FF2B5EF4-FFF2-40B4-BE49-F238E27FC236}">
                <a16:creationId xmlns:a16="http://schemas.microsoft.com/office/drawing/2014/main" id="{FD3F1184-26BF-482D-A5C4-1254199AFA48}"/>
              </a:ext>
            </a:extLst>
          </p:cNvPr>
          <p:cNvSpPr>
            <a:spLocks xmlns:a="http://schemas.openxmlformats.org/drawingml/2006/main" noGrp="1"/>
          </p:cNvSpPr>
          <p:nvPr/>
        </p:nvSpPr>
        <p:spPr>
          <a:xfrm xmlns:a="http://schemas.openxmlformats.org/drawingml/2006/main">
            <a:off x="811530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11111"/>
                </a:solidFill>
                <a:latin typeface="Noto Sans CJK JP"/>
                <a:ea typeface="Noto Sans CJK JP"/>
                <a:cs typeface="Noto Sans CJK JP"/>
              </a:defRPr>
            </a:pPr>
            <a:r>
              <a:rPr sz="2550" b="1">
                <a:solidFill>
                  <a:srgbClr val="111111"/>
                </a:solidFill>
                <a:latin typeface="Noto Sans CJK JP"/>
                <a:ea typeface="Noto Sans CJK JP"/>
                <a:cs typeface="Noto Sans CJK JP"/>
              </a:rPr>
              <a:t>実装・見直し</a:t>
            </a:r>
          </a:p>
        </p:txBody>
      </p:sp>
      <p:sp>
        <p:nvSpPr>
          <p:cNvPr id="12" name="text-237">
            <a:extLst xmlns:a="http://schemas.openxmlformats.org/drawingml/2006/main">
              <a:ext uri="{FF2B5EF4-FFF2-40B4-BE49-F238E27FC236}">
                <a16:creationId xmlns:a16="http://schemas.microsoft.com/office/drawing/2014/main" id="{E2E92D4D-2920-4C1D-88E9-D9BD1A19E76A}"/>
              </a:ext>
            </a:extLst>
          </p:cNvPr>
          <p:cNvSpPr>
            <a:spLocks xmlns:a="http://schemas.openxmlformats.org/drawingml/2006/main" noGrp="1"/>
          </p:cNvSpPr>
          <p:nvPr/>
        </p:nvSpPr>
        <p:spPr>
          <a:xfrm xmlns:a="http://schemas.openxmlformats.org/drawingml/2006/main">
            <a:off x="8115300" y="367665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制約とテストにする</a:t>
            </a:r>
          </a:p>
          <a:p xmlns:a="http://schemas.openxmlformats.org/drawingml/2006/main">
            <a:pPr algn="l">
              <a:defRPr sz="2100" b="0">
                <a:solidFill>
                  <a:srgbClr val="111111"/>
                </a:solidFill>
                <a:latin typeface="Noto Sans CJK JP"/>
                <a:ea typeface="Noto Sans CJK JP"/>
                <a:cs typeface="Noto Sans CJK JP"/>
              </a:defRPr>
            </a:pPr>
            <a:r>
              <a:rPr sz="2100" b="0">
                <a:solidFill>
                  <a:srgbClr val="111111"/>
                </a:solidFill>
                <a:latin typeface="Noto Sans CJK JP"/>
                <a:ea typeface="Noto Sans CJK JP"/>
                <a:cs typeface="Noto Sans CJK JP"/>
              </a:rPr>
              <a:t>要件に合わせて更新</a:t>
            </a:r>
          </a:p>
        </p:txBody>
      </p:sp>
      <p:sp>
        <p:nvSpPr>
          <p:cNvPr id="13" name="text-238">
            <a:extLst xmlns:a="http://schemas.openxmlformats.org/drawingml/2006/main">
              <a:ext uri="{FF2B5EF4-FFF2-40B4-BE49-F238E27FC236}">
                <a16:creationId xmlns:a16="http://schemas.microsoft.com/office/drawing/2014/main" id="{25D8DC3C-6710-4BF5-8654-2F1F4F526CB6}"/>
              </a:ext>
            </a:extLst>
          </p:cNvPr>
          <p:cNvSpPr>
            <a:spLocks xmlns:a="http://schemas.openxmlformats.org/drawingml/2006/main" noGrp="1"/>
          </p:cNvSpPr>
          <p:nvPr/>
        </p:nvSpPr>
        <p:spPr>
          <a:xfrm xmlns:a="http://schemas.openxmlformats.org/drawingml/2006/main">
            <a:off x="609600" y="5686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要件が変わったら、データの意味と移行方法も見直す。</a:t>
            </a:r>
          </a:p>
        </p:txBody>
      </p:sp>
    </p:spTree>
    <p:extLst>
      <p:ext uri="{BB962C8B-B14F-4D97-AF65-F5344CB8AC3E}">
        <p14:creationId xmlns:p14="http://schemas.microsoft.com/office/powerpoint/2010/main" val="10376504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239">
            <a:extLst xmlns:a="http://schemas.openxmlformats.org/drawingml/2006/main">
              <a:ext uri="{FF2B5EF4-FFF2-40B4-BE49-F238E27FC236}">
                <a16:creationId xmlns:a16="http://schemas.microsoft.com/office/drawing/2014/main" id="{D685D387-72DA-4B40-85B4-D13EFD3D173E}"/>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実装前のチェック</a:t>
            </a:r>
          </a:p>
        </p:txBody>
      </p:sp>
      <p:sp>
        <p:nvSpPr>
          <p:cNvPr id="2" name="text-240">
            <a:extLst xmlns:a="http://schemas.openxmlformats.org/drawingml/2006/main">
              <a:ext uri="{FF2B5EF4-FFF2-40B4-BE49-F238E27FC236}">
                <a16:creationId xmlns:a16="http://schemas.microsoft.com/office/drawing/2014/main" id="{CB7942DA-9989-4A6C-B398-7C9F112CBC88}"/>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次の開発では、この6項目を確認する</a:t>
            </a:r>
          </a:p>
        </p:txBody>
      </p:sp>
      <p:sp>
        <p:nvSpPr>
          <p:cNvPr id="3" name="rule-241">
            <a:extLst xmlns:a="http://schemas.openxmlformats.org/drawingml/2006/main">
              <a:ext uri="{FF2B5EF4-FFF2-40B4-BE49-F238E27FC236}">
                <a16:creationId xmlns:a16="http://schemas.microsoft.com/office/drawing/2014/main" id="{05354703-C24E-41A7-B9B2-0E9F37C3FC2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42">
            <a:extLst xmlns:a="http://schemas.openxmlformats.org/drawingml/2006/main">
              <a:ext uri="{FF2B5EF4-FFF2-40B4-BE49-F238E27FC236}">
                <a16:creationId xmlns:a16="http://schemas.microsoft.com/office/drawing/2014/main" id="{DCB500B3-B497-4E38-A3AA-643F994B0995}"/>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43">
            <a:extLst xmlns:a="http://schemas.openxmlformats.org/drawingml/2006/main">
              <a:ext uri="{FF2B5EF4-FFF2-40B4-BE49-F238E27FC236}">
                <a16:creationId xmlns:a16="http://schemas.microsoft.com/office/drawing/2014/main" id="{93CB608A-3E8B-4166-AD5F-6E90DA521D1E}"/>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24</a:t>
            </a:r>
          </a:p>
        </p:txBody>
      </p:sp>
      <p:sp>
        <p:nvSpPr>
          <p:cNvPr id="6" name="text-244">
            <a:extLst xmlns:a="http://schemas.openxmlformats.org/drawingml/2006/main">
              <a:ext uri="{FF2B5EF4-FFF2-40B4-BE49-F238E27FC236}">
                <a16:creationId xmlns:a16="http://schemas.microsoft.com/office/drawing/2014/main" id="{9FEE6788-E1C1-460B-97F6-8F026E6031C2}"/>
              </a:ext>
            </a:extLst>
          </p:cNvPr>
          <p:cNvSpPr>
            <a:spLocks xmlns:a="http://schemas.openxmlformats.org/drawingml/2006/main" noGrp="1"/>
          </p:cNvSpPr>
          <p:nvPr/>
        </p:nvSpPr>
        <p:spPr>
          <a:xfrm xmlns:a="http://schemas.openxmlformats.org/drawingml/2006/main">
            <a:off x="609600" y="221932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7" name="text-245">
            <a:extLst xmlns:a="http://schemas.openxmlformats.org/drawingml/2006/main">
              <a:ext uri="{FF2B5EF4-FFF2-40B4-BE49-F238E27FC236}">
                <a16:creationId xmlns:a16="http://schemas.microsoft.com/office/drawing/2014/main" id="{231CBDA7-49C1-478A-9B74-33BEBA220B7D}"/>
              </a:ext>
            </a:extLst>
          </p:cNvPr>
          <p:cNvSpPr>
            <a:spLocks xmlns:a="http://schemas.openxmlformats.org/drawingml/2006/main" noGrp="1"/>
          </p:cNvSpPr>
          <p:nvPr/>
        </p:nvSpPr>
        <p:spPr>
          <a:xfrm xmlns:a="http://schemas.openxmlformats.org/drawingml/2006/main">
            <a:off x="1133475" y="221932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1行の意味を説明できる</a:t>
            </a:r>
          </a:p>
        </p:txBody>
      </p:sp>
      <p:sp>
        <p:nvSpPr>
          <p:cNvPr id="8" name="rule-246">
            <a:extLst xmlns:a="http://schemas.openxmlformats.org/drawingml/2006/main">
              <a:ext uri="{FF2B5EF4-FFF2-40B4-BE49-F238E27FC236}">
                <a16:creationId xmlns:a16="http://schemas.microsoft.com/office/drawing/2014/main" id="{D1005187-241C-436B-AA91-8AE289EEB6F0}"/>
              </a:ext>
            </a:extLst>
          </p:cNvPr>
          <p:cNvSpPr>
            <a:spLocks xmlns:a="http://schemas.openxmlformats.org/drawingml/2006/main" noGrp="1"/>
          </p:cNvSpPr>
          <p:nvPr/>
        </p:nvSpPr>
        <p:spPr>
          <a:xfrm xmlns:a="http://schemas.openxmlformats.org/drawingml/2006/main">
            <a:off x="609600" y="29527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9" name="text-247">
            <a:extLst xmlns:a="http://schemas.openxmlformats.org/drawingml/2006/main">
              <a:ext uri="{FF2B5EF4-FFF2-40B4-BE49-F238E27FC236}">
                <a16:creationId xmlns:a16="http://schemas.microsoft.com/office/drawing/2014/main" id="{7A82DA88-BD0C-4619-AAB5-3BEA8ECFB9DF}"/>
              </a:ext>
            </a:extLst>
          </p:cNvPr>
          <p:cNvSpPr>
            <a:spLocks xmlns:a="http://schemas.openxmlformats.org/drawingml/2006/main" noGrp="1"/>
          </p:cNvSpPr>
          <p:nvPr/>
        </p:nvSpPr>
        <p:spPr>
          <a:xfrm xmlns:a="http://schemas.openxmlformats.org/drawingml/2006/main">
            <a:off x="609600" y="338137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10" name="text-248">
            <a:extLst xmlns:a="http://schemas.openxmlformats.org/drawingml/2006/main">
              <a:ext uri="{FF2B5EF4-FFF2-40B4-BE49-F238E27FC236}">
                <a16:creationId xmlns:a16="http://schemas.microsoft.com/office/drawing/2014/main" id="{58319280-3AD0-458D-93AD-758F350BC805}"/>
              </a:ext>
            </a:extLst>
          </p:cNvPr>
          <p:cNvSpPr>
            <a:spLocks xmlns:a="http://schemas.openxmlformats.org/drawingml/2006/main" noGrp="1"/>
          </p:cNvSpPr>
          <p:nvPr/>
        </p:nvSpPr>
        <p:spPr>
          <a:xfrm xmlns:a="http://schemas.openxmlformats.org/drawingml/2006/main">
            <a:off x="1133475" y="338137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識別方法と重複条件が明確</a:t>
            </a:r>
          </a:p>
        </p:txBody>
      </p:sp>
      <p:sp>
        <p:nvSpPr>
          <p:cNvPr id="11" name="rule-249">
            <a:extLst xmlns:a="http://schemas.openxmlformats.org/drawingml/2006/main">
              <a:ext uri="{FF2B5EF4-FFF2-40B4-BE49-F238E27FC236}">
                <a16:creationId xmlns:a16="http://schemas.microsoft.com/office/drawing/2014/main" id="{62F8516F-B176-4EF6-BF5B-BB0B029903F8}"/>
              </a:ext>
            </a:extLst>
          </p:cNvPr>
          <p:cNvSpPr>
            <a:spLocks xmlns:a="http://schemas.openxmlformats.org/drawingml/2006/main" noGrp="1"/>
          </p:cNvSpPr>
          <p:nvPr/>
        </p:nvSpPr>
        <p:spPr>
          <a:xfrm xmlns:a="http://schemas.openxmlformats.org/drawingml/2006/main">
            <a:off x="609600" y="411480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2" name="text-250">
            <a:extLst xmlns:a="http://schemas.openxmlformats.org/drawingml/2006/main">
              <a:ext uri="{FF2B5EF4-FFF2-40B4-BE49-F238E27FC236}">
                <a16:creationId xmlns:a16="http://schemas.microsoft.com/office/drawing/2014/main" id="{8B853089-1AB7-42E6-9261-B4AE223A06EA}"/>
              </a:ext>
            </a:extLst>
          </p:cNvPr>
          <p:cNvSpPr>
            <a:spLocks xmlns:a="http://schemas.openxmlformats.org/drawingml/2006/main" noGrp="1"/>
          </p:cNvSpPr>
          <p:nvPr/>
        </p:nvSpPr>
        <p:spPr>
          <a:xfrm xmlns:a="http://schemas.openxmlformats.org/drawingml/2006/main">
            <a:off x="609600" y="454342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13" name="text-251">
            <a:extLst xmlns:a="http://schemas.openxmlformats.org/drawingml/2006/main">
              <a:ext uri="{FF2B5EF4-FFF2-40B4-BE49-F238E27FC236}">
                <a16:creationId xmlns:a16="http://schemas.microsoft.com/office/drawing/2014/main" id="{99CF76C3-B52E-49F6-BF21-AD96B6656143}"/>
              </a:ext>
            </a:extLst>
          </p:cNvPr>
          <p:cNvSpPr>
            <a:spLocks xmlns:a="http://schemas.openxmlformats.org/drawingml/2006/main" noGrp="1"/>
          </p:cNvSpPr>
          <p:nvPr/>
        </p:nvSpPr>
        <p:spPr>
          <a:xfrm xmlns:a="http://schemas.openxmlformats.org/drawingml/2006/main">
            <a:off x="1133475" y="454342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0件・複数件の関係が明確</a:t>
            </a:r>
          </a:p>
        </p:txBody>
      </p:sp>
      <p:sp>
        <p:nvSpPr>
          <p:cNvPr id="14" name="rule-252">
            <a:extLst xmlns:a="http://schemas.openxmlformats.org/drawingml/2006/main">
              <a:ext uri="{FF2B5EF4-FFF2-40B4-BE49-F238E27FC236}">
                <a16:creationId xmlns:a16="http://schemas.microsoft.com/office/drawing/2014/main" id="{C48B5F3A-C267-476A-8061-CEA7195324A1}"/>
              </a:ext>
            </a:extLst>
          </p:cNvPr>
          <p:cNvSpPr>
            <a:spLocks xmlns:a="http://schemas.openxmlformats.org/drawingml/2006/main" noGrp="1"/>
          </p:cNvSpPr>
          <p:nvPr/>
        </p:nvSpPr>
        <p:spPr>
          <a:xfrm xmlns:a="http://schemas.openxmlformats.org/drawingml/2006/main">
            <a:off x="609600" y="52768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5" name="text-253">
            <a:extLst xmlns:a="http://schemas.openxmlformats.org/drawingml/2006/main">
              <a:ext uri="{FF2B5EF4-FFF2-40B4-BE49-F238E27FC236}">
                <a16:creationId xmlns:a16="http://schemas.microsoft.com/office/drawing/2014/main" id="{0A4CD360-8D0E-4A3E-BFE3-038CFEE21412}"/>
              </a:ext>
            </a:extLst>
          </p:cNvPr>
          <p:cNvSpPr>
            <a:spLocks xmlns:a="http://schemas.openxmlformats.org/drawingml/2006/main" noGrp="1"/>
          </p:cNvSpPr>
          <p:nvPr/>
        </p:nvSpPr>
        <p:spPr>
          <a:xfrm xmlns:a="http://schemas.openxmlformats.org/drawingml/2006/main">
            <a:off x="6362700" y="221932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16" name="text-254">
            <a:extLst xmlns:a="http://schemas.openxmlformats.org/drawingml/2006/main">
              <a:ext uri="{FF2B5EF4-FFF2-40B4-BE49-F238E27FC236}">
                <a16:creationId xmlns:a16="http://schemas.microsoft.com/office/drawing/2014/main" id="{6F0AFF0E-8AB3-4DFB-A06F-CD845CEBABBA}"/>
              </a:ext>
            </a:extLst>
          </p:cNvPr>
          <p:cNvSpPr>
            <a:spLocks xmlns:a="http://schemas.openxmlformats.org/drawingml/2006/main" noGrp="1"/>
          </p:cNvSpPr>
          <p:nvPr/>
        </p:nvSpPr>
        <p:spPr>
          <a:xfrm xmlns:a="http://schemas.openxmlformats.org/drawingml/2006/main">
            <a:off x="6886575" y="221932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変更・削除で残すものが明確</a:t>
            </a:r>
          </a:p>
        </p:txBody>
      </p:sp>
      <p:sp>
        <p:nvSpPr>
          <p:cNvPr id="17" name="rule-255">
            <a:extLst xmlns:a="http://schemas.openxmlformats.org/drawingml/2006/main">
              <a:ext uri="{FF2B5EF4-FFF2-40B4-BE49-F238E27FC236}">
                <a16:creationId xmlns:a16="http://schemas.microsoft.com/office/drawing/2014/main" id="{C1006B96-B99E-4702-A1E4-7872B3487EBE}"/>
              </a:ext>
            </a:extLst>
          </p:cNvPr>
          <p:cNvSpPr>
            <a:spLocks xmlns:a="http://schemas.openxmlformats.org/drawingml/2006/main" noGrp="1"/>
          </p:cNvSpPr>
          <p:nvPr/>
        </p:nvSpPr>
        <p:spPr>
          <a:xfrm xmlns:a="http://schemas.openxmlformats.org/drawingml/2006/main">
            <a:off x="6362700" y="29527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18" name="text-256">
            <a:extLst xmlns:a="http://schemas.openxmlformats.org/drawingml/2006/main">
              <a:ext uri="{FF2B5EF4-FFF2-40B4-BE49-F238E27FC236}">
                <a16:creationId xmlns:a16="http://schemas.microsoft.com/office/drawing/2014/main" id="{62DA0066-816B-42D6-9917-1A5420BFECBC}"/>
              </a:ext>
            </a:extLst>
          </p:cNvPr>
          <p:cNvSpPr>
            <a:spLocks xmlns:a="http://schemas.openxmlformats.org/drawingml/2006/main" noGrp="1"/>
          </p:cNvSpPr>
          <p:nvPr/>
        </p:nvSpPr>
        <p:spPr>
          <a:xfrm xmlns:a="http://schemas.openxmlformats.org/drawingml/2006/main">
            <a:off x="6362700" y="338137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19" name="text-257">
            <a:extLst xmlns:a="http://schemas.openxmlformats.org/drawingml/2006/main">
              <a:ext uri="{FF2B5EF4-FFF2-40B4-BE49-F238E27FC236}">
                <a16:creationId xmlns:a16="http://schemas.microsoft.com/office/drawing/2014/main" id="{17F2B3F9-FD56-4720-9D3B-749AD471C3C7}"/>
              </a:ext>
            </a:extLst>
          </p:cNvPr>
          <p:cNvSpPr>
            <a:spLocks xmlns:a="http://schemas.openxmlformats.org/drawingml/2006/main" noGrp="1"/>
          </p:cNvSpPr>
          <p:nvPr/>
        </p:nvSpPr>
        <p:spPr>
          <a:xfrm xmlns:a="http://schemas.openxmlformats.org/drawingml/2006/main">
            <a:off x="6886575" y="338137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現在値と過去の事実を区別</a:t>
            </a:r>
          </a:p>
        </p:txBody>
      </p:sp>
      <p:sp>
        <p:nvSpPr>
          <p:cNvPr id="20" name="rule-258">
            <a:extLst xmlns:a="http://schemas.openxmlformats.org/drawingml/2006/main">
              <a:ext uri="{FF2B5EF4-FFF2-40B4-BE49-F238E27FC236}">
                <a16:creationId xmlns:a16="http://schemas.microsoft.com/office/drawing/2014/main" id="{553B289A-05C9-41FB-9A7C-99EA0FFBF6BB}"/>
              </a:ext>
            </a:extLst>
          </p:cNvPr>
          <p:cNvSpPr>
            <a:spLocks xmlns:a="http://schemas.openxmlformats.org/drawingml/2006/main" noGrp="1"/>
          </p:cNvSpPr>
          <p:nvPr/>
        </p:nvSpPr>
        <p:spPr>
          <a:xfrm xmlns:a="http://schemas.openxmlformats.org/drawingml/2006/main">
            <a:off x="6362700" y="411480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21" name="text-259">
            <a:extLst xmlns:a="http://schemas.openxmlformats.org/drawingml/2006/main">
              <a:ext uri="{FF2B5EF4-FFF2-40B4-BE49-F238E27FC236}">
                <a16:creationId xmlns:a16="http://schemas.microsoft.com/office/drawing/2014/main" id="{15C062BB-AF70-466B-AFAA-7E6BD5FBB82B}"/>
              </a:ext>
            </a:extLst>
          </p:cNvPr>
          <p:cNvSpPr>
            <a:spLocks xmlns:a="http://schemas.openxmlformats.org/drawingml/2006/main" noGrp="1"/>
          </p:cNvSpPr>
          <p:nvPr/>
        </p:nvSpPr>
        <p:spPr>
          <a:xfrm xmlns:a="http://schemas.openxmlformats.org/drawingml/2006/main">
            <a:off x="6362700" y="4543425"/>
            <a:ext cx="400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75CD3"/>
                </a:solidFill>
                <a:latin typeface="Noto Sans CJK JP"/>
                <a:ea typeface="Noto Sans CJK JP"/>
                <a:cs typeface="Noto Sans CJK JP"/>
              </a:defRPr>
            </a:pPr>
            <a:r>
              <a:rPr sz="2475" b="0">
                <a:solidFill>
                  <a:srgbClr val="175CD3"/>
                </a:solidFill>
                <a:latin typeface="Noto Sans CJK JP"/>
                <a:ea typeface="Noto Sans CJK JP"/>
                <a:cs typeface="Noto Sans CJK JP"/>
              </a:rPr>
              <a:t>□</a:t>
            </a:r>
          </a:p>
        </p:txBody>
      </p:sp>
      <p:sp>
        <p:nvSpPr>
          <p:cNvPr id="22" name="text-260">
            <a:extLst xmlns:a="http://schemas.openxmlformats.org/drawingml/2006/main">
              <a:ext uri="{FF2B5EF4-FFF2-40B4-BE49-F238E27FC236}">
                <a16:creationId xmlns:a16="http://schemas.microsoft.com/office/drawing/2014/main" id="{D1FA35EE-34B2-4F77-BD6B-942ACE216B15}"/>
              </a:ext>
            </a:extLst>
          </p:cNvPr>
          <p:cNvSpPr>
            <a:spLocks xmlns:a="http://schemas.openxmlformats.org/drawingml/2006/main" noGrp="1"/>
          </p:cNvSpPr>
          <p:nvPr/>
        </p:nvSpPr>
        <p:spPr>
          <a:xfrm xmlns:a="http://schemas.openxmlformats.org/drawingml/2006/main">
            <a:off x="6886575" y="4543425"/>
            <a:ext cx="4695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11111"/>
                </a:solidFill>
                <a:latin typeface="Noto Sans CJK JP"/>
                <a:ea typeface="Noto Sans CJK JP"/>
                <a:cs typeface="Noto Sans CJK JP"/>
              </a:defRPr>
            </a:pPr>
            <a:r>
              <a:rPr sz="2250" b="1">
                <a:solidFill>
                  <a:srgbClr val="111111"/>
                </a:solidFill>
                <a:latin typeface="Noto Sans CJK JP"/>
                <a:ea typeface="Noto Sans CJK JP"/>
                <a:cs typeface="Noto Sans CJK JP"/>
              </a:rPr>
              <a:t>禁止状態と期待結果が明確</a:t>
            </a:r>
          </a:p>
        </p:txBody>
      </p:sp>
      <p:sp>
        <p:nvSpPr>
          <p:cNvPr id="23" name="rule-261">
            <a:extLst xmlns:a="http://schemas.openxmlformats.org/drawingml/2006/main">
              <a:ext uri="{FF2B5EF4-FFF2-40B4-BE49-F238E27FC236}">
                <a16:creationId xmlns:a16="http://schemas.microsoft.com/office/drawing/2014/main" id="{B0FA646C-719D-42B6-87E4-D88A5F1BE743}"/>
              </a:ext>
            </a:extLst>
          </p:cNvPr>
          <p:cNvSpPr>
            <a:spLocks xmlns:a="http://schemas.openxmlformats.org/drawingml/2006/main" noGrp="1"/>
          </p:cNvSpPr>
          <p:nvPr/>
        </p:nvSpPr>
        <p:spPr>
          <a:xfrm xmlns:a="http://schemas.openxmlformats.org/drawingml/2006/main">
            <a:off x="6362700" y="5276850"/>
            <a:ext cx="52197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Tree>
    <p:extLst>
      <p:ext uri="{BB962C8B-B14F-4D97-AF65-F5344CB8AC3E}">
        <p14:creationId xmlns:p14="http://schemas.microsoft.com/office/powerpoint/2010/main" val="202101882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262">
            <a:extLst xmlns:a="http://schemas.openxmlformats.org/drawingml/2006/main">
              <a:ext uri="{FF2B5EF4-FFF2-40B4-BE49-F238E27FC236}">
                <a16:creationId xmlns:a16="http://schemas.microsoft.com/office/drawing/2014/main" id="{AECDAF6B-F2F9-4345-BEC5-80E0E2B1DC21}"/>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表を分けた後にも、設計は続く</a:t>
            </a:r>
          </a:p>
        </p:txBody>
      </p:sp>
      <p:sp>
        <p:nvSpPr>
          <p:cNvPr id="2" name="text-263">
            <a:extLst xmlns:a="http://schemas.openxmlformats.org/drawingml/2006/main">
              <a:ext uri="{FF2B5EF4-FFF2-40B4-BE49-F238E27FC236}">
                <a16:creationId xmlns:a16="http://schemas.microsoft.com/office/drawing/2014/main" id="{AEEDED82-5872-4A79-B7EA-A84B1B01FBA0}"/>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定員1名に、2人が同時申込したら？</a:t>
            </a:r>
          </a:p>
        </p:txBody>
      </p:sp>
      <p:sp>
        <p:nvSpPr>
          <p:cNvPr id="3" name="rule-264">
            <a:extLst xmlns:a="http://schemas.openxmlformats.org/drawingml/2006/main">
              <a:ext uri="{FF2B5EF4-FFF2-40B4-BE49-F238E27FC236}">
                <a16:creationId xmlns:a16="http://schemas.microsoft.com/office/drawing/2014/main" id="{F71F7226-E001-40E7-A56E-2573B67C151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65">
            <a:extLst xmlns:a="http://schemas.openxmlformats.org/drawingml/2006/main">
              <a:ext uri="{FF2B5EF4-FFF2-40B4-BE49-F238E27FC236}">
                <a16:creationId xmlns:a16="http://schemas.microsoft.com/office/drawing/2014/main" id="{25DE8DCD-BE2E-4A52-87B9-8D941E83C47A}"/>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66">
            <a:extLst xmlns:a="http://schemas.openxmlformats.org/drawingml/2006/main">
              <a:ext uri="{FF2B5EF4-FFF2-40B4-BE49-F238E27FC236}">
                <a16:creationId xmlns:a16="http://schemas.microsoft.com/office/drawing/2014/main" id="{1C38C9ED-AA7E-4BBA-9B05-5965EAE7EFAF}"/>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25</a:t>
            </a:r>
          </a:p>
        </p:txBody>
      </p:sp>
      <p:sp>
        <p:nvSpPr>
          <p:cNvPr id="6" name="text-267">
            <a:extLst xmlns:a="http://schemas.openxmlformats.org/drawingml/2006/main">
              <a:ext uri="{FF2B5EF4-FFF2-40B4-BE49-F238E27FC236}">
                <a16:creationId xmlns:a16="http://schemas.microsoft.com/office/drawing/2014/main" id="{4FB52571-E25D-49B2-8DC3-96307C8CB567}"/>
              </a:ext>
            </a:extLst>
          </p:cNvPr>
          <p:cNvSpPr>
            <a:spLocks xmlns:a="http://schemas.openxmlformats.org/drawingml/2006/main" noGrp="1"/>
          </p:cNvSpPr>
          <p:nvPr/>
        </p:nvSpPr>
        <p:spPr>
          <a:xfrm xmlns:a="http://schemas.openxmlformats.org/drawingml/2006/main">
            <a:off x="609600" y="22383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Aさん</a:t>
            </a:r>
          </a:p>
        </p:txBody>
      </p:sp>
      <p:sp>
        <p:nvSpPr>
          <p:cNvPr id="7" name="text-268">
            <a:extLst xmlns:a="http://schemas.openxmlformats.org/drawingml/2006/main">
              <a:ext uri="{FF2B5EF4-FFF2-40B4-BE49-F238E27FC236}">
                <a16:creationId xmlns:a16="http://schemas.microsoft.com/office/drawing/2014/main" id="{CA892EB4-4763-4E27-B69A-B37B1BDAE69E}"/>
              </a:ext>
            </a:extLst>
          </p:cNvPr>
          <p:cNvSpPr>
            <a:spLocks xmlns:a="http://schemas.openxmlformats.org/drawingml/2006/main" noGrp="1"/>
          </p:cNvSpPr>
          <p:nvPr/>
        </p:nvSpPr>
        <p:spPr>
          <a:xfrm xmlns:a="http://schemas.openxmlformats.org/drawingml/2006/main">
            <a:off x="609600" y="308610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0">
                <a:solidFill>
                  <a:srgbClr val="111111"/>
                </a:solidFill>
                <a:latin typeface="Noto Sans CJK JP"/>
                <a:ea typeface="Noto Sans CJK JP"/>
                <a:cs typeface="Noto Sans CJK JP"/>
              </a:defRPr>
            </a:pPr>
            <a:r>
              <a:rPr sz="2925" b="0">
                <a:solidFill>
                  <a:srgbClr val="111111"/>
                </a:solidFill>
                <a:latin typeface="Noto Sans CJK JP"/>
                <a:ea typeface="Noto Sans CJK JP"/>
                <a:cs typeface="Noto Sans CJK JP"/>
              </a:rPr>
              <a:t>空き1席を確認</a:t>
            </a:r>
          </a:p>
          <a:p xmlns:a="http://schemas.openxmlformats.org/drawingml/2006/main">
            <a:pPr algn="l">
              <a:defRPr sz="2925" b="0">
                <a:solidFill>
                  <a:srgbClr val="111111"/>
                </a:solidFill>
                <a:latin typeface="Noto Sans CJK JP"/>
                <a:ea typeface="Noto Sans CJK JP"/>
                <a:cs typeface="Noto Sans CJK JP"/>
              </a:defRPr>
            </a:pPr>
            <a:r>
              <a:rPr sz="2925" b="0">
                <a:solidFill>
                  <a:srgbClr val="111111"/>
                </a:solidFill>
                <a:latin typeface="Noto Sans CJK JP"/>
                <a:ea typeface="Noto Sans CJK JP"/>
                <a:cs typeface="Noto Sans CJK JP"/>
              </a:rPr>
              <a:t>申込を登録</a:t>
            </a:r>
          </a:p>
        </p:txBody>
      </p:sp>
      <p:sp>
        <p:nvSpPr>
          <p:cNvPr id="8" name="text-269">
            <a:extLst xmlns:a="http://schemas.openxmlformats.org/drawingml/2006/main">
              <a:ext uri="{FF2B5EF4-FFF2-40B4-BE49-F238E27FC236}">
                <a16:creationId xmlns:a16="http://schemas.microsoft.com/office/drawing/2014/main" id="{F2BA16E9-B42E-44F6-849B-6CBEA2A54EA7}"/>
              </a:ext>
            </a:extLst>
          </p:cNvPr>
          <p:cNvSpPr>
            <a:spLocks xmlns:a="http://schemas.openxmlformats.org/drawingml/2006/main" noGrp="1"/>
          </p:cNvSpPr>
          <p:nvPr/>
        </p:nvSpPr>
        <p:spPr>
          <a:xfrm xmlns:a="http://schemas.openxmlformats.org/drawingml/2006/main">
            <a:off x="6477000" y="2238375"/>
            <a:ext cx="5105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11111"/>
                </a:solidFill>
                <a:latin typeface="Noto Sans CJK JP"/>
                <a:ea typeface="Noto Sans CJK JP"/>
                <a:cs typeface="Noto Sans CJK JP"/>
              </a:defRPr>
            </a:pPr>
            <a:r>
              <a:rPr sz="2850" b="1">
                <a:solidFill>
                  <a:srgbClr val="111111"/>
                </a:solidFill>
                <a:latin typeface="Noto Sans CJK JP"/>
                <a:ea typeface="Noto Sans CJK JP"/>
                <a:cs typeface="Noto Sans CJK JP"/>
              </a:rPr>
              <a:t>Bさん</a:t>
            </a:r>
          </a:p>
        </p:txBody>
      </p:sp>
      <p:sp>
        <p:nvSpPr>
          <p:cNvPr id="9" name="text-270">
            <a:extLst xmlns:a="http://schemas.openxmlformats.org/drawingml/2006/main">
              <a:ext uri="{FF2B5EF4-FFF2-40B4-BE49-F238E27FC236}">
                <a16:creationId xmlns:a16="http://schemas.microsoft.com/office/drawing/2014/main" id="{976FCCE1-4F4F-4BBC-BBBC-5AB8C2301F91}"/>
              </a:ext>
            </a:extLst>
          </p:cNvPr>
          <p:cNvSpPr>
            <a:spLocks xmlns:a="http://schemas.openxmlformats.org/drawingml/2006/main" noGrp="1"/>
          </p:cNvSpPr>
          <p:nvPr/>
        </p:nvSpPr>
        <p:spPr>
          <a:xfrm xmlns:a="http://schemas.openxmlformats.org/drawingml/2006/main">
            <a:off x="6477000" y="3086100"/>
            <a:ext cx="5105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0">
                <a:solidFill>
                  <a:srgbClr val="111111"/>
                </a:solidFill>
                <a:latin typeface="Noto Sans CJK JP"/>
                <a:ea typeface="Noto Sans CJK JP"/>
                <a:cs typeface="Noto Sans CJK JP"/>
              </a:defRPr>
            </a:pPr>
            <a:r>
              <a:rPr sz="2925" b="0">
                <a:solidFill>
                  <a:srgbClr val="111111"/>
                </a:solidFill>
                <a:latin typeface="Noto Sans CJK JP"/>
                <a:ea typeface="Noto Sans CJK JP"/>
                <a:cs typeface="Noto Sans CJK JP"/>
              </a:rPr>
              <a:t>同じ空き1席を確認</a:t>
            </a:r>
          </a:p>
          <a:p xmlns:a="http://schemas.openxmlformats.org/drawingml/2006/main">
            <a:pPr algn="l">
              <a:defRPr sz="2925" b="0">
                <a:solidFill>
                  <a:srgbClr val="111111"/>
                </a:solidFill>
                <a:latin typeface="Noto Sans CJK JP"/>
                <a:ea typeface="Noto Sans CJK JP"/>
                <a:cs typeface="Noto Sans CJK JP"/>
              </a:defRPr>
            </a:pPr>
            <a:r>
              <a:rPr sz="2925" b="0">
                <a:solidFill>
                  <a:srgbClr val="111111"/>
                </a:solidFill>
                <a:latin typeface="Noto Sans CJK JP"/>
                <a:ea typeface="Noto Sans CJK JP"/>
                <a:cs typeface="Noto Sans CJK JP"/>
              </a:rPr>
              <a:t>申込を登録</a:t>
            </a:r>
          </a:p>
        </p:txBody>
      </p:sp>
      <p:sp>
        <p:nvSpPr>
          <p:cNvPr id="10" name="text-271">
            <a:extLst xmlns:a="http://schemas.openxmlformats.org/drawingml/2006/main">
              <a:ext uri="{FF2B5EF4-FFF2-40B4-BE49-F238E27FC236}">
                <a16:creationId xmlns:a16="http://schemas.microsoft.com/office/drawing/2014/main" id="{1E4099F6-FC61-46EF-9DD6-7132E36784E6}"/>
              </a:ext>
            </a:extLst>
          </p:cNvPr>
          <p:cNvSpPr>
            <a:spLocks xmlns:a="http://schemas.openxmlformats.org/drawingml/2006/main" noGrp="1"/>
          </p:cNvSpPr>
          <p:nvPr/>
        </p:nvSpPr>
        <p:spPr>
          <a:xfrm xmlns:a="http://schemas.openxmlformats.org/drawingml/2006/main">
            <a:off x="609600" y="539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5CD3"/>
                </a:solidFill>
                <a:latin typeface="Noto Sans CJK JP"/>
                <a:ea typeface="Noto Sans CJK JP"/>
                <a:cs typeface="Noto Sans CJK JP"/>
              </a:defRPr>
            </a:pPr>
            <a:r>
              <a:rPr sz="2100" b="1">
                <a:solidFill>
                  <a:srgbClr val="175CD3"/>
                </a:solidFill>
                <a:latin typeface="Noto Sans CJK JP"/>
                <a:ea typeface="Noto Sans CJK JP"/>
                <a:cs typeface="Noto Sans CJK JP"/>
              </a:rPr>
              <a:t>空き確認と登録を、同時処理でも矛盾しないよう設計する。</a:t>
            </a:r>
          </a:p>
        </p:txBody>
      </p:sp>
    </p:spTree>
    <p:extLst>
      <p:ext uri="{BB962C8B-B14F-4D97-AF65-F5344CB8AC3E}">
        <p14:creationId xmlns:p14="http://schemas.microsoft.com/office/powerpoint/2010/main" val="10384621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72">
            <a:extLst xmlns:a="http://schemas.openxmlformats.org/drawingml/2006/main">
              <a:ext uri="{FF2B5EF4-FFF2-40B4-BE49-F238E27FC236}">
                <a16:creationId xmlns:a16="http://schemas.microsoft.com/office/drawing/2014/main" id="{31E03D98-3456-4E51-9964-3EE64807FE58}"/>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質問・相談</a:t>
            </a:r>
          </a:p>
        </p:txBody>
      </p:sp>
      <p:sp>
        <p:nvSpPr>
          <p:cNvPr id="2" name="text-273">
            <a:extLst xmlns:a="http://schemas.openxmlformats.org/drawingml/2006/main">
              <a:ext uri="{FF2B5EF4-FFF2-40B4-BE49-F238E27FC236}">
                <a16:creationId xmlns:a16="http://schemas.microsoft.com/office/drawing/2014/main" id="{E0AA2DB9-49EE-4C0C-9495-C4BD305D0EAF}"/>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自分のアプリで、何を確認しますか？</a:t>
            </a:r>
          </a:p>
        </p:txBody>
      </p:sp>
      <p:sp>
        <p:nvSpPr>
          <p:cNvPr id="3" name="rule-274">
            <a:extLst xmlns:a="http://schemas.openxmlformats.org/drawingml/2006/main">
              <a:ext uri="{FF2B5EF4-FFF2-40B4-BE49-F238E27FC236}">
                <a16:creationId xmlns:a16="http://schemas.microsoft.com/office/drawing/2014/main" id="{88A665AE-8712-42BC-8C2E-2D3DD802FEC4}"/>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75">
            <a:extLst xmlns:a="http://schemas.openxmlformats.org/drawingml/2006/main">
              <a:ext uri="{FF2B5EF4-FFF2-40B4-BE49-F238E27FC236}">
                <a16:creationId xmlns:a16="http://schemas.microsoft.com/office/drawing/2014/main" id="{B477A28A-D3CC-467F-84D9-0CA9CCC55D73}"/>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76">
            <a:extLst xmlns:a="http://schemas.openxmlformats.org/drawingml/2006/main">
              <a:ext uri="{FF2B5EF4-FFF2-40B4-BE49-F238E27FC236}">
                <a16:creationId xmlns:a16="http://schemas.microsoft.com/office/drawing/2014/main" id="{770A02D2-6358-40F6-84B0-A70121ABB65B}"/>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26</a:t>
            </a:r>
          </a:p>
        </p:txBody>
      </p:sp>
      <p:sp>
        <p:nvSpPr>
          <p:cNvPr id="6" name="text-277">
            <a:extLst xmlns:a="http://schemas.openxmlformats.org/drawingml/2006/main">
              <a:ext uri="{FF2B5EF4-FFF2-40B4-BE49-F238E27FC236}">
                <a16:creationId xmlns:a16="http://schemas.microsoft.com/office/drawing/2014/main" id="{B1250597-38BF-46B6-8415-621AC86ED007}"/>
              </a:ext>
            </a:extLst>
          </p:cNvPr>
          <p:cNvSpPr>
            <a:spLocks xmlns:a="http://schemas.openxmlformats.org/drawingml/2006/main" noGrp="1"/>
          </p:cNvSpPr>
          <p:nvPr/>
        </p:nvSpPr>
        <p:spPr>
          <a:xfrm xmlns:a="http://schemas.openxmlformats.org/drawingml/2006/main">
            <a:off x="609600" y="2105025"/>
            <a:ext cx="1097280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350" b="1">
                <a:solidFill>
                  <a:srgbClr val="111111"/>
                </a:solidFill>
                <a:latin typeface="Noto Sans CJK JP"/>
                <a:ea typeface="Noto Sans CJK JP"/>
                <a:cs typeface="Noto Sans CJK JP"/>
              </a:defRPr>
            </a:pPr>
            <a:r>
              <a:rPr sz="4350" b="1">
                <a:solidFill>
                  <a:srgbClr val="111111"/>
                </a:solidFill>
                <a:latin typeface="Noto Sans CJK JP"/>
                <a:ea typeface="Noto Sans CJK JP"/>
                <a:cs typeface="Noto Sans CJK JP"/>
              </a:rPr>
              <a:t>1行の意味は、説明できる？</a:t>
            </a:r>
          </a:p>
          <a:p xmlns:a="http://schemas.openxmlformats.org/drawingml/2006/main">
            <a:pPr algn="l">
              <a:defRPr sz="4350" b="1">
                <a:solidFill>
                  <a:srgbClr val="111111"/>
                </a:solidFill>
                <a:latin typeface="Noto Sans CJK JP"/>
                <a:ea typeface="Noto Sans CJK JP"/>
                <a:cs typeface="Noto Sans CJK JP"/>
              </a:defRPr>
            </a:pPr>
            <a:r>
              <a:rPr sz="4350" b="1">
                <a:solidFill>
                  <a:srgbClr val="111111"/>
                </a:solidFill>
                <a:latin typeface="Noto Sans CJK JP"/>
                <a:ea typeface="Noto Sans CJK JP"/>
                <a:cs typeface="Noto Sans CJK JP"/>
              </a:rPr>
              <a:t>変更・重複・削除で、</a:t>
            </a:r>
          </a:p>
          <a:p xmlns:a="http://schemas.openxmlformats.org/drawingml/2006/main">
            <a:pPr algn="l">
              <a:defRPr sz="4350" b="1">
                <a:solidFill>
                  <a:srgbClr val="111111"/>
                </a:solidFill>
                <a:latin typeface="Noto Sans CJK JP"/>
                <a:ea typeface="Noto Sans CJK JP"/>
                <a:cs typeface="Noto Sans CJK JP"/>
              </a:defRPr>
            </a:pPr>
            <a:r>
              <a:rPr sz="4350" b="1">
                <a:solidFill>
                  <a:srgbClr val="111111"/>
                </a:solidFill>
                <a:latin typeface="Noto Sans CJK JP"/>
                <a:ea typeface="Noto Sans CJK JP"/>
                <a:cs typeface="Noto Sans CJK JP"/>
              </a:rPr>
              <a:t>困るところはない？</a:t>
            </a:r>
          </a:p>
        </p:txBody>
      </p:sp>
      <p:sp>
        <p:nvSpPr>
          <p:cNvPr id="7" name="text-278">
            <a:extLst xmlns:a="http://schemas.openxmlformats.org/drawingml/2006/main">
              <a:ext uri="{FF2B5EF4-FFF2-40B4-BE49-F238E27FC236}">
                <a16:creationId xmlns:a16="http://schemas.microsoft.com/office/drawing/2014/main" id="{AEA8749B-7239-4C7D-80DC-BEC1B413B013}"/>
              </a:ext>
            </a:extLst>
          </p:cNvPr>
          <p:cNvSpPr>
            <a:spLocks xmlns:a="http://schemas.openxmlformats.org/drawingml/2006/main" noGrp="1"/>
          </p:cNvSpPr>
          <p:nvPr/>
        </p:nvSpPr>
        <p:spPr>
          <a:xfrm xmlns:a="http://schemas.openxmlformats.org/drawingml/2006/main">
            <a:off x="609600" y="52006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B606A"/>
                </a:solidFill>
                <a:latin typeface="Noto Sans CJK JP"/>
                <a:ea typeface="Noto Sans CJK JP"/>
                <a:cs typeface="Noto Sans CJK JP"/>
              </a:defRPr>
            </a:pPr>
            <a:r>
              <a:rPr sz="2250" b="0">
                <a:solidFill>
                  <a:srgbClr val="5B606A"/>
                </a:solidFill>
                <a:latin typeface="Noto Sans CJK JP"/>
                <a:ea typeface="Noto Sans CJK JP"/>
                <a:cs typeface="Noto Sans CJK JP"/>
              </a:rPr>
              <a:t>いま作っているアプリを、1つ思い浮かべてください。</a:t>
            </a:r>
          </a:p>
        </p:txBody>
      </p:sp>
    </p:spTree>
    <p:extLst>
      <p:ext uri="{BB962C8B-B14F-4D97-AF65-F5344CB8AC3E}">
        <p14:creationId xmlns:p14="http://schemas.microsoft.com/office/powerpoint/2010/main" val="17632853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79">
            <a:extLst xmlns:a="http://schemas.openxmlformats.org/drawingml/2006/main">
              <a:ext uri="{FF2B5EF4-FFF2-40B4-BE49-F238E27FC236}">
                <a16:creationId xmlns:a16="http://schemas.microsoft.com/office/drawing/2014/main" id="{2415393D-E6A6-4C75-890D-C7A7F183C0C6}"/>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次にAIでアプリを作るときに</a:t>
            </a:r>
          </a:p>
        </p:txBody>
      </p:sp>
      <p:sp>
        <p:nvSpPr>
          <p:cNvPr id="2" name="rule-280">
            <a:extLst xmlns:a="http://schemas.openxmlformats.org/drawingml/2006/main">
              <a:ext uri="{FF2B5EF4-FFF2-40B4-BE49-F238E27FC236}">
                <a16:creationId xmlns:a16="http://schemas.microsoft.com/office/drawing/2014/main" id="{AB33B7AE-BD95-487F-A5B3-E32555986F9A}"/>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3" name="text-281">
            <a:extLst xmlns:a="http://schemas.openxmlformats.org/drawingml/2006/main">
              <a:ext uri="{FF2B5EF4-FFF2-40B4-BE49-F238E27FC236}">
                <a16:creationId xmlns:a16="http://schemas.microsoft.com/office/drawing/2014/main" id="{0EA4F240-B27C-4426-B02C-A6671923164A}"/>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4" name="text-282">
            <a:extLst xmlns:a="http://schemas.openxmlformats.org/drawingml/2006/main">
              <a:ext uri="{FF2B5EF4-FFF2-40B4-BE49-F238E27FC236}">
                <a16:creationId xmlns:a16="http://schemas.microsoft.com/office/drawing/2014/main" id="{2E836CC7-4A41-4C3B-A4BD-988A0C14274C}"/>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27</a:t>
            </a:r>
          </a:p>
        </p:txBody>
      </p:sp>
      <p:sp>
        <p:nvSpPr>
          <p:cNvPr id="5" name="text-283">
            <a:extLst xmlns:a="http://schemas.openxmlformats.org/drawingml/2006/main">
              <a:ext uri="{FF2B5EF4-FFF2-40B4-BE49-F238E27FC236}">
                <a16:creationId xmlns:a16="http://schemas.microsoft.com/office/drawing/2014/main" id="{BA1DD5B0-5EA1-46E9-B0E2-C62943A6C6EE}"/>
              </a:ext>
            </a:extLst>
          </p:cNvPr>
          <p:cNvSpPr>
            <a:spLocks xmlns:a="http://schemas.openxmlformats.org/drawingml/2006/main" noGrp="1"/>
          </p:cNvSpPr>
          <p:nvPr/>
        </p:nvSpPr>
        <p:spPr>
          <a:xfrm xmlns:a="http://schemas.openxmlformats.org/drawingml/2006/main">
            <a:off x="609600" y="2085975"/>
            <a:ext cx="109728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950" b="1">
                <a:solidFill>
                  <a:srgbClr val="111111"/>
                </a:solidFill>
                <a:latin typeface="Noto Sans CJK JP"/>
                <a:ea typeface="Noto Sans CJK JP"/>
                <a:cs typeface="Noto Sans CJK JP"/>
              </a:defRPr>
            </a:pPr>
            <a:r>
              <a:rPr sz="4950" b="1">
                <a:solidFill>
                  <a:srgbClr val="111111"/>
                </a:solidFill>
                <a:latin typeface="Noto Sans CJK JP"/>
                <a:ea typeface="Noto Sans CJK JP"/>
                <a:cs typeface="Noto Sans CJK JP"/>
              </a:rPr>
              <a:t>何を記録するか。</a:t>
            </a:r>
          </a:p>
          <a:p xmlns:a="http://schemas.openxmlformats.org/drawingml/2006/main">
            <a:pPr algn="l">
              <a:defRPr sz="4950" b="1">
                <a:solidFill>
                  <a:srgbClr val="111111"/>
                </a:solidFill>
                <a:latin typeface="Noto Sans CJK JP"/>
                <a:ea typeface="Noto Sans CJK JP"/>
                <a:cs typeface="Noto Sans CJK JP"/>
              </a:defRPr>
            </a:pPr>
            <a:r>
              <a:rPr sz="4950" b="1">
                <a:solidFill>
                  <a:srgbClr val="111111"/>
                </a:solidFill>
                <a:latin typeface="Noto Sans CJK JP"/>
                <a:ea typeface="Noto Sans CJK JP"/>
                <a:cs typeface="Noto Sans CJK JP"/>
              </a:rPr>
              <a:t>何が起きてはいけないか。</a:t>
            </a:r>
          </a:p>
        </p:txBody>
      </p:sp>
      <p:sp>
        <p:nvSpPr>
          <p:cNvPr id="6" name="text-284">
            <a:extLst xmlns:a="http://schemas.openxmlformats.org/drawingml/2006/main">
              <a:ext uri="{FF2B5EF4-FFF2-40B4-BE49-F238E27FC236}">
                <a16:creationId xmlns:a16="http://schemas.microsoft.com/office/drawing/2014/main" id="{968DAE2A-74B7-42A4-A70C-5D9D63543CA7}"/>
              </a:ext>
            </a:extLst>
          </p:cNvPr>
          <p:cNvSpPr>
            <a:spLocks xmlns:a="http://schemas.openxmlformats.org/drawingml/2006/main" noGrp="1"/>
          </p:cNvSpPr>
          <p:nvPr/>
        </p:nvSpPr>
        <p:spPr>
          <a:xfrm xmlns:a="http://schemas.openxmlformats.org/drawingml/2006/main">
            <a:off x="609600" y="47244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75CD3"/>
                </a:solidFill>
                <a:latin typeface="Noto Sans CJK JP"/>
                <a:ea typeface="Noto Sans CJK JP"/>
                <a:cs typeface="Noto Sans CJK JP"/>
              </a:defRPr>
            </a:pPr>
            <a:r>
              <a:rPr sz="2700" b="1">
                <a:solidFill>
                  <a:srgbClr val="175CD3"/>
                </a:solidFill>
                <a:latin typeface="Noto Sans CJK JP"/>
                <a:ea typeface="Noto Sans CJK JP"/>
                <a:cs typeface="Noto Sans CJK JP"/>
              </a:rPr>
              <a:t>言葉にして、AIと設計し、具体例で確かめる。</a:t>
            </a:r>
          </a:p>
        </p:txBody>
      </p:sp>
    </p:spTree>
    <p:extLst>
      <p:ext uri="{BB962C8B-B14F-4D97-AF65-F5344CB8AC3E}">
        <p14:creationId xmlns:p14="http://schemas.microsoft.com/office/powerpoint/2010/main" val="71499289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85">
            <a:extLst xmlns:a="http://schemas.openxmlformats.org/drawingml/2006/main">
              <a:ext uri="{FF2B5EF4-FFF2-40B4-BE49-F238E27FC236}">
                <a16:creationId xmlns:a16="http://schemas.microsoft.com/office/drawing/2014/main" id="{06238730-459C-418C-BA2D-D6C1E8FCA3BC}"/>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補足｜コピーして使う</a:t>
            </a:r>
          </a:p>
        </p:txBody>
      </p:sp>
      <p:sp>
        <p:nvSpPr>
          <p:cNvPr id="2" name="text-286">
            <a:extLst xmlns:a="http://schemas.openxmlformats.org/drawingml/2006/main">
              <a:ext uri="{FF2B5EF4-FFF2-40B4-BE49-F238E27FC236}">
                <a16:creationId xmlns:a16="http://schemas.microsoft.com/office/drawing/2014/main" id="{6B1FD7F0-5C38-4087-8BE8-F910DC1582AC}"/>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AIへの設計依頼文</a:t>
            </a:r>
          </a:p>
        </p:txBody>
      </p:sp>
      <p:sp>
        <p:nvSpPr>
          <p:cNvPr id="3" name="rule-287">
            <a:extLst xmlns:a="http://schemas.openxmlformats.org/drawingml/2006/main">
              <a:ext uri="{FF2B5EF4-FFF2-40B4-BE49-F238E27FC236}">
                <a16:creationId xmlns:a16="http://schemas.microsoft.com/office/drawing/2014/main" id="{2E9231BA-3359-4D24-97E4-5E606EC3D57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288">
            <a:extLst xmlns:a="http://schemas.openxmlformats.org/drawingml/2006/main">
              <a:ext uri="{FF2B5EF4-FFF2-40B4-BE49-F238E27FC236}">
                <a16:creationId xmlns:a16="http://schemas.microsoft.com/office/drawing/2014/main" id="{81341432-DFD4-4831-8298-05F6E708ADF9}"/>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289">
            <a:extLst xmlns:a="http://schemas.openxmlformats.org/drawingml/2006/main">
              <a:ext uri="{FF2B5EF4-FFF2-40B4-BE49-F238E27FC236}">
                <a16:creationId xmlns:a16="http://schemas.microsoft.com/office/drawing/2014/main" id="{5BFBF486-F2DF-496D-9F60-9FDC0229C457}"/>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 1</a:t>
            </a:r>
          </a:p>
        </p:txBody>
      </p:sp>
      <p:sp>
        <p:nvSpPr>
          <p:cNvPr id="6" name="surface-290">
            <a:extLst xmlns:a="http://schemas.openxmlformats.org/drawingml/2006/main">
              <a:ext uri="{FF2B5EF4-FFF2-40B4-BE49-F238E27FC236}">
                <a16:creationId xmlns:a16="http://schemas.microsoft.com/office/drawing/2014/main" id="{6DA7E7C8-1B7A-450A-8AA3-B2D034580242}"/>
              </a:ext>
            </a:extLst>
          </p:cNvPr>
          <p:cNvSpPr>
            <a:spLocks xmlns:a="http://schemas.openxmlformats.org/drawingml/2006/main" noGrp="1"/>
          </p:cNvSpPr>
          <p:nvPr/>
        </p:nvSpPr>
        <p:spPr>
          <a:xfrm xmlns:a="http://schemas.openxmlformats.org/drawingml/2006/main">
            <a:off x="609600" y="1885950"/>
            <a:ext cx="10972800" cy="3524250"/>
          </a:xfrm>
          <a:prstGeom xmlns:a="http://schemas.openxmlformats.org/drawingml/2006/main" prst="rect">
            <a:avLst/>
          </a:prstGeom>
          <a:solidFill xmlns:a="http://schemas.openxmlformats.org/drawingml/2006/main">
            <a:srgbClr val="F1F2F4"/>
          </a:solidFill>
          <a:ln xmlns:a="http://schemas.openxmlformats.org/drawingml/2006/main" w="0">
            <a:noFill/>
          </a:ln>
        </p:spPr>
      </p:sp>
      <p:sp>
        <p:nvSpPr>
          <p:cNvPr id="7" name="text-291">
            <a:extLst xmlns:a="http://schemas.openxmlformats.org/drawingml/2006/main">
              <a:ext uri="{FF2B5EF4-FFF2-40B4-BE49-F238E27FC236}">
                <a16:creationId xmlns:a16="http://schemas.microsoft.com/office/drawing/2014/main" id="{C6B8AF4C-6044-475A-8B79-2B602B459FDD}"/>
              </a:ext>
            </a:extLst>
          </p:cNvPr>
          <p:cNvSpPr>
            <a:spLocks xmlns:a="http://schemas.openxmlformats.org/drawingml/2006/main" noGrp="1"/>
          </p:cNvSpPr>
          <p:nvPr/>
        </p:nvSpPr>
        <p:spPr>
          <a:xfrm xmlns:a="http://schemas.openxmlformats.org/drawingml/2006/main">
            <a:off x="838200" y="21145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【アプリの目的・使う人・主な操作】を記入します。</a:t>
            </a:r>
          </a:p>
        </p:txBody>
      </p:sp>
      <p:sp>
        <p:nvSpPr>
          <p:cNvPr id="8" name="text-292">
            <a:extLst xmlns:a="http://schemas.openxmlformats.org/drawingml/2006/main">
              <a:ext uri="{FF2B5EF4-FFF2-40B4-BE49-F238E27FC236}">
                <a16:creationId xmlns:a16="http://schemas.microsoft.com/office/drawing/2014/main" id="{AE0201B8-80E3-40C0-B5E0-468765891C11}"/>
              </a:ext>
            </a:extLst>
          </p:cNvPr>
          <p:cNvSpPr>
            <a:spLocks xmlns:a="http://schemas.openxmlformats.org/drawingml/2006/main" noGrp="1"/>
          </p:cNvSpPr>
          <p:nvPr/>
        </p:nvSpPr>
        <p:spPr>
          <a:xfrm xmlns:a="http://schemas.openxmlformats.org/drawingml/2006/main">
            <a:off x="838200" y="25527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まず、データ設計に影響する不明点を5問まで質問。</a:t>
            </a:r>
          </a:p>
        </p:txBody>
      </p:sp>
      <p:sp>
        <p:nvSpPr>
          <p:cNvPr id="9" name="text-293">
            <a:extLst xmlns:a="http://schemas.openxmlformats.org/drawingml/2006/main">
              <a:ext uri="{FF2B5EF4-FFF2-40B4-BE49-F238E27FC236}">
                <a16:creationId xmlns:a16="http://schemas.microsoft.com/office/drawing/2014/main" id="{FD064304-EF55-4422-861D-BDEA9B5CFD44}"/>
              </a:ext>
            </a:extLst>
          </p:cNvPr>
          <p:cNvSpPr>
            <a:spLocks xmlns:a="http://schemas.openxmlformats.org/drawingml/2006/main" noGrp="1"/>
          </p:cNvSpPr>
          <p:nvPr/>
        </p:nvSpPr>
        <p:spPr>
          <a:xfrm xmlns:a="http://schemas.openxmlformats.org/drawingml/2006/main">
            <a:off x="838200" y="29908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回答後、必要最小限のモデルを提案してください。</a:t>
            </a:r>
          </a:p>
        </p:txBody>
      </p:sp>
      <p:sp>
        <p:nvSpPr>
          <p:cNvPr id="10" name="text-294">
            <a:extLst xmlns:a="http://schemas.openxmlformats.org/drawingml/2006/main">
              <a:ext uri="{FF2B5EF4-FFF2-40B4-BE49-F238E27FC236}">
                <a16:creationId xmlns:a16="http://schemas.microsoft.com/office/drawing/2014/main" id="{1F797087-5E0E-4690-989A-3113D969D9D0}"/>
              </a:ext>
            </a:extLst>
          </p:cNvPr>
          <p:cNvSpPr>
            <a:spLocks xmlns:a="http://schemas.openxmlformats.org/drawingml/2006/main" noGrp="1"/>
          </p:cNvSpPr>
          <p:nvPr/>
        </p:nvSpPr>
        <p:spPr>
          <a:xfrm xmlns:a="http://schemas.openxmlformats.org/drawingml/2006/main">
            <a:off x="838200" y="34290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各テーブルの1行の意味・項目・キー・関係を説明。</a:t>
            </a:r>
          </a:p>
        </p:txBody>
      </p:sp>
      <p:sp>
        <p:nvSpPr>
          <p:cNvPr id="11" name="text-295">
            <a:extLst xmlns:a="http://schemas.openxmlformats.org/drawingml/2006/main">
              <a:ext uri="{FF2B5EF4-FFF2-40B4-BE49-F238E27FC236}">
                <a16:creationId xmlns:a16="http://schemas.microsoft.com/office/drawing/2014/main" id="{5D76A59E-9DFE-446A-A774-6F0A6C264C1B}"/>
              </a:ext>
            </a:extLst>
          </p:cNvPr>
          <p:cNvSpPr>
            <a:spLocks xmlns:a="http://schemas.openxmlformats.org/drawingml/2006/main" noGrp="1"/>
          </p:cNvSpPr>
          <p:nvPr/>
        </p:nvSpPr>
        <p:spPr>
          <a:xfrm xmlns:a="http://schemas.openxmlformats.org/drawingml/2006/main">
            <a:off x="838200" y="38671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変更・削除・履歴・重複禁止・権限も確認する。</a:t>
            </a:r>
          </a:p>
        </p:txBody>
      </p:sp>
      <p:sp>
        <p:nvSpPr>
          <p:cNvPr id="12" name="text-296">
            <a:extLst xmlns:a="http://schemas.openxmlformats.org/drawingml/2006/main">
              <a:ext uri="{FF2B5EF4-FFF2-40B4-BE49-F238E27FC236}">
                <a16:creationId xmlns:a16="http://schemas.microsoft.com/office/drawing/2014/main" id="{31188E58-0480-4729-8D0A-57BFF0B80F0C}"/>
              </a:ext>
            </a:extLst>
          </p:cNvPr>
          <p:cNvSpPr>
            <a:spLocks xmlns:a="http://schemas.openxmlformats.org/drawingml/2006/main" noGrp="1"/>
          </p:cNvSpPr>
          <p:nvPr/>
        </p:nvSpPr>
        <p:spPr>
          <a:xfrm xmlns:a="http://schemas.openxmlformats.org/drawingml/2006/main">
            <a:off x="838200" y="43053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ER図、設計理由、未確定事項を併記してください。</a:t>
            </a:r>
          </a:p>
        </p:txBody>
      </p:sp>
      <p:sp>
        <p:nvSpPr>
          <p:cNvPr id="13" name="text-297">
            <a:extLst xmlns:a="http://schemas.openxmlformats.org/drawingml/2006/main">
              <a:ext uri="{FF2B5EF4-FFF2-40B4-BE49-F238E27FC236}">
                <a16:creationId xmlns:a16="http://schemas.microsoft.com/office/drawing/2014/main" id="{3AE0E9BB-824F-4618-80C6-B863AE5E99EA}"/>
              </a:ext>
            </a:extLst>
          </p:cNvPr>
          <p:cNvSpPr>
            <a:spLocks xmlns:a="http://schemas.openxmlformats.org/drawingml/2006/main" noGrp="1"/>
          </p:cNvSpPr>
          <p:nvPr/>
        </p:nvSpPr>
        <p:spPr>
          <a:xfrm xmlns:a="http://schemas.openxmlformats.org/drawingml/2006/main">
            <a:off x="838200" y="47434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確認が終わるまで、実装コードは出さないでください。</a:t>
            </a:r>
          </a:p>
        </p:txBody>
      </p:sp>
    </p:spTree>
    <p:extLst>
      <p:ext uri="{BB962C8B-B14F-4D97-AF65-F5344CB8AC3E}">
        <p14:creationId xmlns:p14="http://schemas.microsoft.com/office/powerpoint/2010/main" val="15090468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98">
            <a:extLst xmlns:a="http://schemas.openxmlformats.org/drawingml/2006/main">
              <a:ext uri="{FF2B5EF4-FFF2-40B4-BE49-F238E27FC236}">
                <a16:creationId xmlns:a16="http://schemas.microsoft.com/office/drawing/2014/main" id="{B8C89D0B-4F8D-434A-91F8-3C53E541413F}"/>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補足｜コピーして使う</a:t>
            </a:r>
          </a:p>
        </p:txBody>
      </p:sp>
      <p:sp>
        <p:nvSpPr>
          <p:cNvPr id="2" name="text-299">
            <a:extLst xmlns:a="http://schemas.openxmlformats.org/drawingml/2006/main">
              <a:ext uri="{FF2B5EF4-FFF2-40B4-BE49-F238E27FC236}">
                <a16:creationId xmlns:a16="http://schemas.microsoft.com/office/drawing/2014/main" id="{8E11F52D-AC9A-4F0F-81F9-D14989C219A9}"/>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AIへのレビュー依頼文</a:t>
            </a:r>
          </a:p>
        </p:txBody>
      </p:sp>
      <p:sp>
        <p:nvSpPr>
          <p:cNvPr id="3" name="rule-300">
            <a:extLst xmlns:a="http://schemas.openxmlformats.org/drawingml/2006/main">
              <a:ext uri="{FF2B5EF4-FFF2-40B4-BE49-F238E27FC236}">
                <a16:creationId xmlns:a16="http://schemas.microsoft.com/office/drawing/2014/main" id="{72765745-72FE-4D46-BEAD-DECE7CE13C0F}"/>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301">
            <a:extLst xmlns:a="http://schemas.openxmlformats.org/drawingml/2006/main">
              <a:ext uri="{FF2B5EF4-FFF2-40B4-BE49-F238E27FC236}">
                <a16:creationId xmlns:a16="http://schemas.microsoft.com/office/drawing/2014/main" id="{6F7D8B78-6CCD-4EE2-B32D-03EE965FD82A}"/>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302">
            <a:extLst xmlns:a="http://schemas.openxmlformats.org/drawingml/2006/main">
              <a:ext uri="{FF2B5EF4-FFF2-40B4-BE49-F238E27FC236}">
                <a16:creationId xmlns:a16="http://schemas.microsoft.com/office/drawing/2014/main" id="{03C55579-B0D1-470E-AA5F-C36E45C655D9}"/>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 2</a:t>
            </a:r>
          </a:p>
        </p:txBody>
      </p:sp>
      <p:sp>
        <p:nvSpPr>
          <p:cNvPr id="6" name="surface-303">
            <a:extLst xmlns:a="http://schemas.openxmlformats.org/drawingml/2006/main">
              <a:ext uri="{FF2B5EF4-FFF2-40B4-BE49-F238E27FC236}">
                <a16:creationId xmlns:a16="http://schemas.microsoft.com/office/drawing/2014/main" id="{509D3C59-C2C8-477F-A787-4499F32052E6}"/>
              </a:ext>
            </a:extLst>
          </p:cNvPr>
          <p:cNvSpPr>
            <a:spLocks xmlns:a="http://schemas.openxmlformats.org/drawingml/2006/main" noGrp="1"/>
          </p:cNvSpPr>
          <p:nvPr/>
        </p:nvSpPr>
        <p:spPr>
          <a:xfrm xmlns:a="http://schemas.openxmlformats.org/drawingml/2006/main">
            <a:off x="609600" y="1885950"/>
            <a:ext cx="10972800" cy="3524250"/>
          </a:xfrm>
          <a:prstGeom xmlns:a="http://schemas.openxmlformats.org/drawingml/2006/main" prst="rect">
            <a:avLst/>
          </a:prstGeom>
          <a:solidFill xmlns:a="http://schemas.openxmlformats.org/drawingml/2006/main">
            <a:srgbClr val="F1F2F4"/>
          </a:solidFill>
          <a:ln xmlns:a="http://schemas.openxmlformats.org/drawingml/2006/main" w="0">
            <a:noFill/>
          </a:ln>
        </p:spPr>
      </p:sp>
      <p:sp>
        <p:nvSpPr>
          <p:cNvPr id="7" name="text-304">
            <a:extLst xmlns:a="http://schemas.openxmlformats.org/drawingml/2006/main">
              <a:ext uri="{FF2B5EF4-FFF2-40B4-BE49-F238E27FC236}">
                <a16:creationId xmlns:a16="http://schemas.microsoft.com/office/drawing/2014/main" id="{17288A36-CF56-4FB5-969C-1616C2C0B7CD}"/>
              </a:ext>
            </a:extLst>
          </p:cNvPr>
          <p:cNvSpPr>
            <a:spLocks xmlns:a="http://schemas.openxmlformats.org/drawingml/2006/main" noGrp="1"/>
          </p:cNvSpPr>
          <p:nvPr/>
        </p:nvSpPr>
        <p:spPr>
          <a:xfrm xmlns:a="http://schemas.openxmlformats.org/drawingml/2006/main">
            <a:off x="838200" y="21145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業務ルールに照らし、このモデルの問題を探してください。</a:t>
            </a:r>
          </a:p>
        </p:txBody>
      </p:sp>
      <p:sp>
        <p:nvSpPr>
          <p:cNvPr id="8" name="text-305">
            <a:extLst xmlns:a="http://schemas.openxmlformats.org/drawingml/2006/main">
              <a:ext uri="{FF2B5EF4-FFF2-40B4-BE49-F238E27FC236}">
                <a16:creationId xmlns:a16="http://schemas.microsoft.com/office/drawing/2014/main" id="{5E086B59-7A19-431A-AD92-78FF76CB5425}"/>
              </a:ext>
            </a:extLst>
          </p:cNvPr>
          <p:cNvSpPr>
            <a:spLocks xmlns:a="http://schemas.openxmlformats.org/drawingml/2006/main" noGrp="1"/>
          </p:cNvSpPr>
          <p:nvPr/>
        </p:nvSpPr>
        <p:spPr>
          <a:xfrm xmlns:a="http://schemas.openxmlformats.org/drawingml/2006/main">
            <a:off x="838200" y="25527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名前変更、二重送信、取消、削除、再申込を確認。</a:t>
            </a:r>
          </a:p>
        </p:txBody>
      </p:sp>
      <p:sp>
        <p:nvSpPr>
          <p:cNvPr id="9" name="text-306">
            <a:extLst xmlns:a="http://schemas.openxmlformats.org/drawingml/2006/main">
              <a:ext uri="{FF2B5EF4-FFF2-40B4-BE49-F238E27FC236}">
                <a16:creationId xmlns:a16="http://schemas.microsoft.com/office/drawing/2014/main" id="{5330CA33-5E11-4826-A015-FE5760CFB9EA}"/>
              </a:ext>
            </a:extLst>
          </p:cNvPr>
          <p:cNvSpPr>
            <a:spLocks xmlns:a="http://schemas.openxmlformats.org/drawingml/2006/main" noGrp="1"/>
          </p:cNvSpPr>
          <p:nvPr/>
        </p:nvSpPr>
        <p:spPr>
          <a:xfrm xmlns:a="http://schemas.openxmlformats.org/drawingml/2006/main">
            <a:off x="838200" y="29908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価格変更後の過去データと、他人の操作も確認。</a:t>
            </a:r>
          </a:p>
        </p:txBody>
      </p:sp>
      <p:sp>
        <p:nvSpPr>
          <p:cNvPr id="10" name="text-307">
            <a:extLst xmlns:a="http://schemas.openxmlformats.org/drawingml/2006/main">
              <a:ext uri="{FF2B5EF4-FFF2-40B4-BE49-F238E27FC236}">
                <a16:creationId xmlns:a16="http://schemas.microsoft.com/office/drawing/2014/main" id="{49700CC1-DDA2-41FD-B794-518F8DCBABE1}"/>
              </a:ext>
            </a:extLst>
          </p:cNvPr>
          <p:cNvSpPr>
            <a:spLocks xmlns:a="http://schemas.openxmlformats.org/drawingml/2006/main" noGrp="1"/>
          </p:cNvSpPr>
          <p:nvPr/>
        </p:nvSpPr>
        <p:spPr>
          <a:xfrm xmlns:a="http://schemas.openxmlformats.org/drawingml/2006/main">
            <a:off x="838200" y="34290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操作前データ → 操作 → 期待結果を具体的に示す。</a:t>
            </a:r>
          </a:p>
        </p:txBody>
      </p:sp>
      <p:sp>
        <p:nvSpPr>
          <p:cNvPr id="11" name="text-308">
            <a:extLst xmlns:a="http://schemas.openxmlformats.org/drawingml/2006/main">
              <a:ext uri="{FF2B5EF4-FFF2-40B4-BE49-F238E27FC236}">
                <a16:creationId xmlns:a16="http://schemas.microsoft.com/office/drawing/2014/main" id="{9F9B6347-2193-46A0-B10E-3B45D1E6AAA4}"/>
              </a:ext>
            </a:extLst>
          </p:cNvPr>
          <p:cNvSpPr>
            <a:spLocks xmlns:a="http://schemas.openxmlformats.org/drawingml/2006/main" noGrp="1"/>
          </p:cNvSpPr>
          <p:nvPr/>
        </p:nvSpPr>
        <p:spPr>
          <a:xfrm xmlns:a="http://schemas.openxmlformats.org/drawingml/2006/main">
            <a:off x="838200" y="38671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現在の設計での結果、修正案、未確定事項を示す。</a:t>
            </a:r>
          </a:p>
        </p:txBody>
      </p:sp>
      <p:sp>
        <p:nvSpPr>
          <p:cNvPr id="12" name="text-309">
            <a:extLst xmlns:a="http://schemas.openxmlformats.org/drawingml/2006/main">
              <a:ext uri="{FF2B5EF4-FFF2-40B4-BE49-F238E27FC236}">
                <a16:creationId xmlns:a16="http://schemas.microsoft.com/office/drawing/2014/main" id="{F206DDFA-3C38-40F8-B62D-55E6A4F684BA}"/>
              </a:ext>
            </a:extLst>
          </p:cNvPr>
          <p:cNvSpPr>
            <a:spLocks xmlns:a="http://schemas.openxmlformats.org/drawingml/2006/main" noGrp="1"/>
          </p:cNvSpPr>
          <p:nvPr/>
        </p:nvSpPr>
        <p:spPr>
          <a:xfrm xmlns:a="http://schemas.openxmlformats.org/drawingml/2006/main">
            <a:off x="838200" y="430530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既存データを失わない移行方法も提案してください。</a:t>
            </a:r>
          </a:p>
        </p:txBody>
      </p:sp>
      <p:sp>
        <p:nvSpPr>
          <p:cNvPr id="13" name="text-310">
            <a:extLst xmlns:a="http://schemas.openxmlformats.org/drawingml/2006/main">
              <a:ext uri="{FF2B5EF4-FFF2-40B4-BE49-F238E27FC236}">
                <a16:creationId xmlns:a16="http://schemas.microsoft.com/office/drawing/2014/main" id="{9511A946-FD19-42E4-A5C2-FC3FD34C9585}"/>
              </a:ext>
            </a:extLst>
          </p:cNvPr>
          <p:cNvSpPr>
            <a:spLocks xmlns:a="http://schemas.openxmlformats.org/drawingml/2006/main" noGrp="1"/>
          </p:cNvSpPr>
          <p:nvPr/>
        </p:nvSpPr>
        <p:spPr>
          <a:xfrm xmlns:a="http://schemas.openxmlformats.org/drawingml/2006/main">
            <a:off x="838200" y="4743450"/>
            <a:ext cx="1051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11111"/>
                </a:solidFill>
                <a:latin typeface="Noto Sans CJK JP"/>
                <a:ea typeface="Noto Sans CJK JP"/>
                <a:cs typeface="Noto Sans CJK JP"/>
              </a:defRPr>
            </a:pPr>
            <a:r>
              <a:rPr sz="2025" b="0">
                <a:solidFill>
                  <a:srgbClr val="111111"/>
                </a:solidFill>
                <a:latin typeface="Noto Sans CJK JP"/>
                <a:ea typeface="Noto Sans CJK JP"/>
                <a:cs typeface="Noto Sans CJK JP"/>
              </a:rPr>
              <a:t>分からない過去の値を、推測で補完しないでください。</a:t>
            </a:r>
          </a:p>
        </p:txBody>
      </p:sp>
    </p:spTree>
    <p:extLst>
      <p:ext uri="{BB962C8B-B14F-4D97-AF65-F5344CB8AC3E}">
        <p14:creationId xmlns:p14="http://schemas.microsoft.com/office/powerpoint/2010/main" val="168071556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11">
            <a:extLst xmlns:a="http://schemas.openxmlformats.org/drawingml/2006/main">
              <a:ext uri="{FF2B5EF4-FFF2-40B4-BE49-F238E27FC236}">
                <a16:creationId xmlns:a16="http://schemas.microsoft.com/office/drawing/2014/main" id="{142911FE-F3DC-4181-A1E8-717E37ACA324}"/>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補足｜セミナー申込アプリ</a:t>
            </a:r>
          </a:p>
        </p:txBody>
      </p:sp>
      <p:sp>
        <p:nvSpPr>
          <p:cNvPr id="2" name="text-312">
            <a:extLst xmlns:a="http://schemas.openxmlformats.org/drawingml/2006/main">
              <a:ext uri="{FF2B5EF4-FFF2-40B4-BE49-F238E27FC236}">
                <a16:creationId xmlns:a16="http://schemas.microsoft.com/office/drawing/2014/main" id="{4F6AB97A-BDE6-40E6-B275-1994BCE4E584}"/>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最小モデルの前提と制約</a:t>
            </a:r>
          </a:p>
        </p:txBody>
      </p:sp>
      <p:sp>
        <p:nvSpPr>
          <p:cNvPr id="3" name="rule-313">
            <a:extLst xmlns:a="http://schemas.openxmlformats.org/drawingml/2006/main">
              <a:ext uri="{FF2B5EF4-FFF2-40B4-BE49-F238E27FC236}">
                <a16:creationId xmlns:a16="http://schemas.microsoft.com/office/drawing/2014/main" id="{FF810B18-D3A0-4EDC-9E17-50AAA5361A61}"/>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314">
            <a:extLst xmlns:a="http://schemas.openxmlformats.org/drawingml/2006/main">
              <a:ext uri="{FF2B5EF4-FFF2-40B4-BE49-F238E27FC236}">
                <a16:creationId xmlns:a16="http://schemas.microsoft.com/office/drawing/2014/main" id="{E467D128-9611-4E09-AC21-CFD39105B9B6}"/>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315">
            <a:extLst xmlns:a="http://schemas.openxmlformats.org/drawingml/2006/main">
              <a:ext uri="{FF2B5EF4-FFF2-40B4-BE49-F238E27FC236}">
                <a16:creationId xmlns:a16="http://schemas.microsoft.com/office/drawing/2014/main" id="{046EB7BA-E0AA-474B-8F2C-3A5E45C71524}"/>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 3</a:t>
            </a:r>
          </a:p>
        </p:txBody>
      </p:sp>
      <p:graphicFrame>
        <p:nvGraphicFramePr>
          <p:cNvPr id="12" name=""/>
          <p:cNvGraphicFramePr/>
          <p:nvPr/>
        </p:nvGraphicFramePr>
        <p:xfrm>
          <a:off xmlns:a="http://schemas.openxmlformats.org/drawingml/2006/main" x="609600" y="1981200"/>
          <a:ext xmlns:a="http://schemas.openxmlformats.org/drawingml/2006/main" cx="10972800" cy="4000500"/>
        </p:xfrm>
        <a:graphic xmlns:a="http://schemas.openxmlformats.org/drawingml/2006/main">
          <a:graphicData uri="http://schemas.openxmlformats.org/drawingml/2006/table">
            <a:tbl>
              <a:tblPr firstRow="0" bandRow="0"/>
              <a:tblGrid>
                <a:gridCol w="2552700"/>
                <a:gridCol w="8420100"/>
              </a:tblGrid>
              <a:tr h="571500">
                <a:tc>
                  <a:txBody>
                    <a:bodyPr wrap="none" lIns="133350" tIns="95250" rIns="114300" bIns="95250">
                      <a:noAutofit/>
                    </a:bodyPr>
                    <a:lstStyle/>
                    <a:p>
                      <a:r>
                        <a:rPr sz="1950" b="1">
                          <a:solidFill>
                            <a:srgbClr val="111111"/>
                          </a:solidFill>
                          <a:latin typeface="Noto Sans CJK JP"/>
                          <a:ea typeface="Noto Sans CJK JP"/>
                          <a:cs typeface="Noto Sans CJK JP"/>
                        </a:rPr>
                        <a:t>項目</a:t>
                      </a:r>
                    </a:p>
                  </a:txBody>
                  <a:tcPr marL="91440" marR="91440" marT="45720" marB="45720" anchor="ctr">
                    <a:solidFill>
                      <a:srgbClr val="F1F2F4"/>
                    </a:solidFill>
                  </a:tcPr>
                </a:tc>
                <a:tc>
                  <a:txBody>
                    <a:bodyPr wrap="none" lIns="133350" tIns="95250" rIns="114300" bIns="95250">
                      <a:noAutofit/>
                    </a:bodyPr>
                    <a:lstStyle/>
                    <a:p>
                      <a:r>
                        <a:rPr sz="1950" b="1">
                          <a:solidFill>
                            <a:srgbClr val="111111"/>
                          </a:solidFill>
                          <a:latin typeface="Noto Sans CJK JP"/>
                          <a:ea typeface="Noto Sans CJK JP"/>
                          <a:cs typeface="Noto Sans CJK JP"/>
                        </a:rPr>
                        <a:t>今回の前提</a:t>
                      </a:r>
                    </a:p>
                  </a:txBody>
                  <a:tcPr marL="91440" marR="91440" marT="45720" marB="45720" anchor="ctr">
                    <a:solidFill>
                      <a:srgbClr val="F1F2F4"/>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申込の単位</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1アカウントが本人分を、1開催回へ申し込む</a:t>
                      </a:r>
                    </a:p>
                  </a:txBody>
                  <a:tcPr marL="91440" marR="91440" marT="45720" marB="45720" anchor="ctr">
                    <a:solidFill>
                      <a:srgbClr val="FFFFFF"/>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識別子・参照</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各テーブルのIDを主キー。申込の参照IDは必須の外部キー</a:t>
                      </a:r>
                    </a:p>
                  </a:txBody>
                  <a:tcPr marL="91440" marR="91440" marT="45720" marB="45720" anchor="ctr">
                    <a:solidFill>
                      <a:srgbClr val="FFFFFF"/>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一意条件</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参加者ID × 開催回ID。取消後の再申込は扱わない</a:t>
                      </a:r>
                    </a:p>
                  </a:txBody>
                  <a:tcPr marL="91440" marR="91440" marT="45720" marB="45720" anchor="ctr">
                    <a:solidFill>
                      <a:srgbClr val="FFFFFF"/>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キャンセル</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申込を残し、状態と取消日時を記録</a:t>
                      </a:r>
                    </a:p>
                  </a:txBody>
                  <a:tcPr marL="91440" marR="91440" marT="45720" marB="45720" anchor="ctr">
                    <a:solidFill>
                      <a:srgbClr val="FFFFFF"/>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削除・権限</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申込のある参照先は削除拒否。認可は別途確認</a:t>
                      </a:r>
                    </a:p>
                  </a:txBody>
                  <a:tcPr marL="91440" marR="91440" marT="45720" marB="45720" anchor="ctr">
                    <a:solidFill>
                      <a:srgbClr val="FFFFFF"/>
                    </a:solidFill>
                  </a:tcPr>
                </a:tc>
              </a:tr>
              <a:tr h="571500">
                <a:tc>
                  <a:txBody>
                    <a:bodyPr wrap="none" lIns="133350" tIns="95250" rIns="114300" bIns="95250">
                      <a:noAutofit/>
                    </a:bodyPr>
                    <a:lstStyle/>
                    <a:p>
                      <a:r>
                        <a:rPr sz="1950" b="0">
                          <a:solidFill>
                            <a:srgbClr val="111111"/>
                          </a:solidFill>
                          <a:latin typeface="Noto Sans CJK JP"/>
                          <a:ea typeface="Noto Sans CJK JP"/>
                          <a:cs typeface="Noto Sans CJK JP"/>
                        </a:rPr>
                        <a:t>履歴の限界</a:t>
                      </a:r>
                    </a:p>
                  </a:txBody>
                  <a:tcPr marL="91440" marR="91440" marT="45720" marB="45720" anchor="ctr">
                    <a:solidFill>
                      <a:srgbClr val="FFFFFF"/>
                    </a:solidFill>
                  </a:tcPr>
                </a:tc>
                <a:tc>
                  <a:txBody>
                    <a:bodyPr wrap="none" lIns="133350" tIns="95250" rIns="114300" bIns="95250">
                      <a:noAutofit/>
                    </a:bodyPr>
                    <a:lstStyle/>
                    <a:p>
                      <a:r>
                        <a:rPr sz="1950" b="0">
                          <a:solidFill>
                            <a:srgbClr val="111111"/>
                          </a:solidFill>
                          <a:latin typeface="Noto Sans CJK JP"/>
                          <a:ea typeface="Noto Sans CJK JP"/>
                          <a:cs typeface="Noto Sans CJK JP"/>
                        </a:rPr>
                        <a:t>状態カラムだけでは、完全な操作履歴は残らない</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866565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317">
            <a:extLst xmlns:a="http://schemas.openxmlformats.org/drawingml/2006/main">
              <a:ext uri="{FF2B5EF4-FFF2-40B4-BE49-F238E27FC236}">
                <a16:creationId xmlns:a16="http://schemas.microsoft.com/office/drawing/2014/main" id="{AD20ADC4-7FBB-4440-8B29-5575B8F69ECF}"/>
              </a:ext>
            </a:extLst>
          </p:cNvPr>
          <p:cNvSpPr>
            <a:spLocks xmlns:a="http://schemas.openxmlformats.org/drawingml/2006/main" noGrp="1"/>
          </p:cNvSpPr>
          <p:nvPr/>
        </p:nvSpPr>
        <p:spPr>
          <a:xfrm xmlns:a="http://schemas.openxmlformats.org/drawingml/2006/main">
            <a:off x="609600" y="266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補足｜出典</a:t>
            </a:r>
          </a:p>
        </p:txBody>
      </p:sp>
      <p:sp>
        <p:nvSpPr>
          <p:cNvPr id="2" name="text-318">
            <a:extLst xmlns:a="http://schemas.openxmlformats.org/drawingml/2006/main">
              <a:ext uri="{FF2B5EF4-FFF2-40B4-BE49-F238E27FC236}">
                <a16:creationId xmlns:a16="http://schemas.microsoft.com/office/drawing/2014/main" id="{F009202A-384B-43B5-9577-AD92960800E4}"/>
              </a:ext>
            </a:extLst>
          </p:cNvPr>
          <p:cNvSpPr>
            <a:spLocks xmlns:a="http://schemas.openxmlformats.org/drawingml/2006/main" noGrp="1"/>
          </p:cNvSpPr>
          <p:nvPr/>
        </p:nvSpPr>
        <p:spPr>
          <a:xfrm xmlns:a="http://schemas.openxmlformats.org/drawingml/2006/main">
            <a:off x="609600" y="8191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11111"/>
                </a:solidFill>
                <a:latin typeface="Noto Sans CJK JP"/>
                <a:ea typeface="Noto Sans CJK JP"/>
                <a:cs typeface="Noto Sans CJK JP"/>
              </a:defRPr>
            </a:pPr>
            <a:r>
              <a:rPr sz="3600" b="1">
                <a:solidFill>
                  <a:srgbClr val="111111"/>
                </a:solidFill>
                <a:latin typeface="Noto Sans CJK JP"/>
                <a:ea typeface="Noto Sans CJK JP"/>
                <a:cs typeface="Noto Sans CJK JP"/>
              </a:rPr>
              <a:t>設計を深めるための参考資料</a:t>
            </a:r>
          </a:p>
        </p:txBody>
      </p:sp>
      <p:sp>
        <p:nvSpPr>
          <p:cNvPr id="3" name="rule-319">
            <a:extLst xmlns:a="http://schemas.openxmlformats.org/drawingml/2006/main">
              <a:ext uri="{FF2B5EF4-FFF2-40B4-BE49-F238E27FC236}">
                <a16:creationId xmlns:a16="http://schemas.microsoft.com/office/drawing/2014/main" id="{15F514E9-2B16-41B2-837C-32003575C424}"/>
              </a:ext>
            </a:extLst>
          </p:cNvPr>
          <p:cNvSpPr>
            <a:spLocks xmlns:a="http://schemas.openxmlformats.org/drawingml/2006/main" noGrp="1"/>
          </p:cNvSpPr>
          <p:nvPr/>
        </p:nvSpPr>
        <p:spPr>
          <a:xfrm xmlns:a="http://schemas.openxmlformats.org/drawingml/2006/main">
            <a:off x="609600" y="6200775"/>
            <a:ext cx="10972800" cy="0"/>
          </a:xfrm>
          <a:prstGeom xmlns:a="http://schemas.openxmlformats.org/drawingml/2006/main" prst="line">
            <a:avLst/>
          </a:prstGeom>
          <a:noFill xmlns:a="http://schemas.openxmlformats.org/drawingml/2006/main"/>
          <a:ln xmlns:a="http://schemas.openxmlformats.org/drawingml/2006/main" w="12383">
            <a:solidFill>
              <a:srgbClr val="C9CDD3"/>
            </a:solidFill>
            <a:prstDash val="solid"/>
          </a:ln>
        </p:spPr>
      </p:sp>
      <p:sp>
        <p:nvSpPr>
          <p:cNvPr id="4" name="text-320">
            <a:extLst xmlns:a="http://schemas.openxmlformats.org/drawingml/2006/main">
              <a:ext uri="{FF2B5EF4-FFF2-40B4-BE49-F238E27FC236}">
                <a16:creationId xmlns:a16="http://schemas.microsoft.com/office/drawing/2014/main" id="{64FB49CD-B221-4AC4-9D61-8038EC1372E1}"/>
              </a:ext>
            </a:extLst>
          </p:cNvPr>
          <p:cNvSpPr>
            <a:spLocks xmlns:a="http://schemas.openxmlformats.org/drawingml/2006/main" noGrp="1"/>
          </p:cNvSpPr>
          <p:nvPr/>
        </p:nvSpPr>
        <p:spPr>
          <a:xfrm xmlns:a="http://schemas.openxmlformats.org/drawingml/2006/main">
            <a:off x="609600" y="63722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AI時代のアプリ開発｜DB設計編</a:t>
            </a:r>
          </a:p>
        </p:txBody>
      </p:sp>
      <p:sp>
        <p:nvSpPr>
          <p:cNvPr id="5" name="text-321">
            <a:extLst xmlns:a="http://schemas.openxmlformats.org/drawingml/2006/main">
              <a:ext uri="{FF2B5EF4-FFF2-40B4-BE49-F238E27FC236}">
                <a16:creationId xmlns:a16="http://schemas.microsoft.com/office/drawing/2014/main" id="{CB17AC20-8139-4138-A76E-4E19C11DFAFF}"/>
              </a:ext>
            </a:extLst>
          </p:cNvPr>
          <p:cNvSpPr>
            <a:spLocks xmlns:a="http://schemas.openxmlformats.org/drawingml/2006/main" noGrp="1"/>
          </p:cNvSpPr>
          <p:nvPr/>
        </p:nvSpPr>
        <p:spPr>
          <a:xfrm xmlns:a="http://schemas.openxmlformats.org/drawingml/2006/main">
            <a:off x="10572750" y="6372225"/>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650" b="0">
                <a:solidFill>
                  <a:srgbClr val="5B606A"/>
                </a:solidFill>
                <a:latin typeface="Noto Sans CJK JP"/>
                <a:ea typeface="Noto Sans CJK JP"/>
                <a:cs typeface="Noto Sans CJK JP"/>
              </a:defRPr>
            </a:pPr>
            <a:r>
              <a:rPr sz="1650" b="0">
                <a:solidFill>
                  <a:srgbClr val="5B606A"/>
                </a:solidFill>
                <a:latin typeface="Noto Sans CJK JP"/>
                <a:ea typeface="Noto Sans CJK JP"/>
                <a:cs typeface="Noto Sans CJK JP"/>
              </a:rPr>
              <a:t>補足 4</a:t>
            </a:r>
          </a:p>
        </p:txBody>
      </p:sp>
      <p:sp>
        <p:nvSpPr>
          <p:cNvPr id="6" name="text-322">
            <a:extLst xmlns:a="http://schemas.openxmlformats.org/drawingml/2006/main">
              <a:ext uri="{FF2B5EF4-FFF2-40B4-BE49-F238E27FC236}">
                <a16:creationId xmlns:a16="http://schemas.microsoft.com/office/drawing/2014/main" id="{3B8BA472-FF77-4D08-A35B-CB49C1A3200E}"/>
              </a:ext>
            </a:extLst>
          </p:cNvPr>
          <p:cNvSpPr>
            <a:spLocks xmlns:a="http://schemas.openxmlformats.org/drawingml/2006/main" noGrp="1"/>
          </p:cNvSpPr>
          <p:nvPr/>
        </p:nvSpPr>
        <p:spPr>
          <a:xfrm xmlns:a="http://schemas.openxmlformats.org/drawingml/2006/main">
            <a:off x="609600" y="1905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111"/>
                </a:solidFill>
                <a:latin typeface="Noto Sans CJK JP"/>
                <a:ea typeface="Noto Sans CJK JP"/>
                <a:cs typeface="Noto Sans CJK JP"/>
              </a:defRPr>
            </a:pPr>
            <a:r>
              <a:rPr sz="2175" b="1">
                <a:solidFill>
                  <a:srgbClr val="111111"/>
                </a:solidFill>
                <a:latin typeface="Noto Sans CJK JP"/>
                <a:ea typeface="Noto Sans CJK JP"/>
                <a:cs typeface="Noto Sans CJK JP"/>
              </a:rPr>
              <a:t>データモデリングの概念・論理・物理</a:t>
            </a:r>
          </a:p>
        </p:txBody>
      </p:sp>
      <p:sp>
        <p:nvSpPr>
          <p:cNvPr id="7" name="text-323">
            <a:extLst xmlns:a="http://schemas.openxmlformats.org/drawingml/2006/main">
              <a:ext uri="{FF2B5EF4-FFF2-40B4-BE49-F238E27FC236}">
                <a16:creationId xmlns:a16="http://schemas.microsoft.com/office/drawing/2014/main" id="{24E30C4A-734A-461B-AFB4-201DDF01BFEE}"/>
              </a:ext>
            </a:extLst>
          </p:cNvPr>
          <p:cNvSpPr>
            <a:spLocks xmlns:a="http://schemas.openxmlformats.org/drawingml/2006/main" noGrp="1"/>
          </p:cNvSpPr>
          <p:nvPr/>
        </p:nvSpPr>
        <p:spPr>
          <a:xfrm xmlns:a="http://schemas.openxmlformats.org/drawingml/2006/main">
            <a:off x="609600" y="22860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B606A"/>
                </a:solidFill>
                <a:latin typeface="Noto Sans CJK JP"/>
                <a:ea typeface="Noto Sans CJK JP"/>
                <a:cs typeface="Noto Sans CJK JP"/>
              </a:defRPr>
            </a:pPr>
            <a:r>
              <a:rPr sz="1725" b="0">
                <a:solidFill>
                  <a:srgbClr val="5B606A"/>
                </a:solidFill>
                <a:latin typeface="Noto Sans CJK JP"/>
                <a:ea typeface="Noto Sans CJK JP"/>
                <a:cs typeface="Noto Sans CJK JP"/>
              </a:rPr>
              <a:t>IBM｜What is data modeling?</a:t>
            </a:r>
          </a:p>
        </p:txBody>
      </p:sp>
      <p:sp>
        <p:nvSpPr>
          <p:cNvPr id="8" name="text-324">
            <a:extLst xmlns:a="http://schemas.openxmlformats.org/drawingml/2006/main">
              <a:ext uri="{FF2B5EF4-FFF2-40B4-BE49-F238E27FC236}">
                <a16:creationId xmlns:a16="http://schemas.microsoft.com/office/drawing/2014/main" id="{E4368C1C-ECC1-451F-895A-F5F7965421F2}"/>
              </a:ext>
            </a:extLst>
          </p:cNvPr>
          <p:cNvSpPr>
            <a:spLocks xmlns:a="http://schemas.openxmlformats.org/drawingml/2006/main" noGrp="1"/>
          </p:cNvSpPr>
          <p:nvPr/>
        </p:nvSpPr>
        <p:spPr>
          <a:xfrm xmlns:a="http://schemas.openxmlformats.org/drawingml/2006/main">
            <a:off x="609600" y="25908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5CD3"/>
                </a:solidFill>
                <a:latin typeface="Noto Sans CJK JP"/>
                <a:ea typeface="Noto Sans CJK JP"/>
                <a:cs typeface="Noto Sans CJK JP"/>
              </a:defRPr>
            </a:pPr>
            <a:r>
              <a:rPr sz="1650" b="0">
                <a:solidFill>
                  <a:srgbClr val="175CD3"/>
                </a:solidFill>
                <a:latin typeface="Noto Sans CJK JP"/>
                <a:ea typeface="Noto Sans CJK JP"/>
                <a:cs typeface="Noto Sans CJK JP"/>
                <a:hlinkClick xmlns:r="http://schemas.openxmlformats.org/officeDocument/2006/relationships" r:id="R83ce81ca26b64108"/>
              </a:rPr>
              <a:t>https://www.ibm.com/think/topics/data-modeling</a:t>
            </a:r>
          </a:p>
        </p:txBody>
      </p:sp>
      <p:sp>
        <p:nvSpPr>
          <p:cNvPr id="9" name="text-325">
            <a:extLst xmlns:a="http://schemas.openxmlformats.org/drawingml/2006/main">
              <a:ext uri="{FF2B5EF4-FFF2-40B4-BE49-F238E27FC236}">
                <a16:creationId xmlns:a16="http://schemas.microsoft.com/office/drawing/2014/main" id="{CF52369C-349C-462A-9EAB-380BCF360FFE}"/>
              </a:ext>
            </a:extLst>
          </p:cNvPr>
          <p:cNvSpPr>
            <a:spLocks xmlns:a="http://schemas.openxmlformats.org/drawingml/2006/main" noGrp="1"/>
          </p:cNvSpPr>
          <p:nvPr/>
        </p:nvSpPr>
        <p:spPr>
          <a:xfrm xmlns:a="http://schemas.openxmlformats.org/drawingml/2006/main">
            <a:off x="609600" y="2933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111"/>
                </a:solidFill>
                <a:latin typeface="Noto Sans CJK JP"/>
                <a:ea typeface="Noto Sans CJK JP"/>
                <a:cs typeface="Noto Sans CJK JP"/>
              </a:defRPr>
            </a:pPr>
            <a:r>
              <a:rPr sz="2175" b="1">
                <a:solidFill>
                  <a:srgbClr val="111111"/>
                </a:solidFill>
                <a:latin typeface="Noto Sans CJK JP"/>
                <a:ea typeface="Noto Sans CJK JP"/>
                <a:cs typeface="Noto Sans CJK JP"/>
              </a:rPr>
              <a:t>設計を実装とともに育てる</a:t>
            </a:r>
          </a:p>
        </p:txBody>
      </p:sp>
      <p:sp>
        <p:nvSpPr>
          <p:cNvPr id="10" name="text-326">
            <a:extLst xmlns:a="http://schemas.openxmlformats.org/drawingml/2006/main">
              <a:ext uri="{FF2B5EF4-FFF2-40B4-BE49-F238E27FC236}">
                <a16:creationId xmlns:a16="http://schemas.microsoft.com/office/drawing/2014/main" id="{62DDBF95-E2E6-491F-A188-04B19A67EEC4}"/>
              </a:ext>
            </a:extLst>
          </p:cNvPr>
          <p:cNvSpPr>
            <a:spLocks xmlns:a="http://schemas.openxmlformats.org/drawingml/2006/main" noGrp="1"/>
          </p:cNvSpPr>
          <p:nvPr/>
        </p:nvSpPr>
        <p:spPr>
          <a:xfrm xmlns:a="http://schemas.openxmlformats.org/drawingml/2006/main">
            <a:off x="609600" y="33147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B606A"/>
                </a:solidFill>
                <a:latin typeface="Noto Sans CJK JP"/>
                <a:ea typeface="Noto Sans CJK JP"/>
                <a:cs typeface="Noto Sans CJK JP"/>
              </a:defRPr>
            </a:pPr>
            <a:r>
              <a:rPr sz="1725" b="0">
                <a:solidFill>
                  <a:srgbClr val="5B606A"/>
                </a:solidFill>
                <a:latin typeface="Noto Sans CJK JP"/>
                <a:ea typeface="Noto Sans CJK JP"/>
                <a:cs typeface="Noto Sans CJK JP"/>
              </a:rPr>
              <a:t>Pramod Sadalage / Martin Fowler</a:t>
            </a:r>
          </a:p>
        </p:txBody>
      </p:sp>
      <p:sp>
        <p:nvSpPr>
          <p:cNvPr id="11" name="text-327">
            <a:extLst xmlns:a="http://schemas.openxmlformats.org/drawingml/2006/main">
              <a:ext uri="{FF2B5EF4-FFF2-40B4-BE49-F238E27FC236}">
                <a16:creationId xmlns:a16="http://schemas.microsoft.com/office/drawing/2014/main" id="{A32CCCB3-B3A1-47B0-A2C5-6502DD67A7D2}"/>
              </a:ext>
            </a:extLst>
          </p:cNvPr>
          <p:cNvSpPr>
            <a:spLocks xmlns:a="http://schemas.openxmlformats.org/drawingml/2006/main" noGrp="1"/>
          </p:cNvSpPr>
          <p:nvPr/>
        </p:nvSpPr>
        <p:spPr>
          <a:xfrm xmlns:a="http://schemas.openxmlformats.org/drawingml/2006/main">
            <a:off x="609600" y="36195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5CD3"/>
                </a:solidFill>
                <a:latin typeface="Noto Sans CJK JP"/>
                <a:ea typeface="Noto Sans CJK JP"/>
                <a:cs typeface="Noto Sans CJK JP"/>
              </a:defRPr>
            </a:pPr>
            <a:r>
              <a:rPr sz="1650" b="0">
                <a:solidFill>
                  <a:srgbClr val="175CD3"/>
                </a:solidFill>
                <a:latin typeface="Noto Sans CJK JP"/>
                <a:ea typeface="Noto Sans CJK JP"/>
                <a:cs typeface="Noto Sans CJK JP"/>
                <a:hlinkClick xmlns:r="http://schemas.openxmlformats.org/officeDocument/2006/relationships" r:id="R78c05fa2248a4192"/>
              </a:rPr>
              <a:t>https://martinfowler.com/articles/evodb.html</a:t>
            </a:r>
          </a:p>
        </p:txBody>
      </p:sp>
      <p:sp>
        <p:nvSpPr>
          <p:cNvPr id="12" name="text-328">
            <a:extLst xmlns:a="http://schemas.openxmlformats.org/drawingml/2006/main">
              <a:ext uri="{FF2B5EF4-FFF2-40B4-BE49-F238E27FC236}">
                <a16:creationId xmlns:a16="http://schemas.microsoft.com/office/drawing/2014/main" id="{4DD31B28-5EC1-4398-AEF7-BE1537D62B30}"/>
              </a:ext>
            </a:extLst>
          </p:cNvPr>
          <p:cNvSpPr>
            <a:spLocks xmlns:a="http://schemas.openxmlformats.org/drawingml/2006/main" noGrp="1"/>
          </p:cNvSpPr>
          <p:nvPr/>
        </p:nvSpPr>
        <p:spPr>
          <a:xfrm xmlns:a="http://schemas.openxmlformats.org/drawingml/2006/main">
            <a:off x="609600" y="3962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111"/>
                </a:solidFill>
                <a:latin typeface="Noto Sans CJK JP"/>
                <a:ea typeface="Noto Sans CJK JP"/>
                <a:cs typeface="Noto Sans CJK JP"/>
              </a:defRPr>
            </a:pPr>
            <a:r>
              <a:rPr sz="2175" b="1">
                <a:solidFill>
                  <a:srgbClr val="111111"/>
                </a:solidFill>
                <a:latin typeface="Noto Sans CJK JP"/>
                <a:ea typeface="Noto Sans CJK JP"/>
                <a:cs typeface="Noto Sans CJK JP"/>
              </a:rPr>
              <a:t>主キー・外部キー・一意制約・CHECK</a:t>
            </a:r>
          </a:p>
        </p:txBody>
      </p:sp>
      <p:sp>
        <p:nvSpPr>
          <p:cNvPr id="13" name="text-329">
            <a:extLst xmlns:a="http://schemas.openxmlformats.org/drawingml/2006/main">
              <a:ext uri="{FF2B5EF4-FFF2-40B4-BE49-F238E27FC236}">
                <a16:creationId xmlns:a16="http://schemas.microsoft.com/office/drawing/2014/main" id="{CD97F261-8180-43A4-A6F3-8E341B21725C}"/>
              </a:ext>
            </a:extLst>
          </p:cNvPr>
          <p:cNvSpPr>
            <a:spLocks xmlns:a="http://schemas.openxmlformats.org/drawingml/2006/main" noGrp="1"/>
          </p:cNvSpPr>
          <p:nvPr/>
        </p:nvSpPr>
        <p:spPr>
          <a:xfrm xmlns:a="http://schemas.openxmlformats.org/drawingml/2006/main">
            <a:off x="609600" y="43434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B606A"/>
                </a:solidFill>
                <a:latin typeface="Noto Sans CJK JP"/>
                <a:ea typeface="Noto Sans CJK JP"/>
                <a:cs typeface="Noto Sans CJK JP"/>
              </a:defRPr>
            </a:pPr>
            <a:r>
              <a:rPr sz="1725" b="0">
                <a:solidFill>
                  <a:srgbClr val="5B606A"/>
                </a:solidFill>
                <a:latin typeface="Noto Sans CJK JP"/>
                <a:ea typeface="Noto Sans CJK JP"/>
                <a:cs typeface="Noto Sans CJK JP"/>
              </a:rPr>
              <a:t>PostgreSQL｜Constraints</a:t>
            </a:r>
          </a:p>
        </p:txBody>
      </p:sp>
      <p:sp>
        <p:nvSpPr>
          <p:cNvPr id="14" name="text-330">
            <a:extLst xmlns:a="http://schemas.openxmlformats.org/drawingml/2006/main">
              <a:ext uri="{FF2B5EF4-FFF2-40B4-BE49-F238E27FC236}">
                <a16:creationId xmlns:a16="http://schemas.microsoft.com/office/drawing/2014/main" id="{6BE26ABF-43A8-489E-98B5-E23BA4DA0A0E}"/>
              </a:ext>
            </a:extLst>
          </p:cNvPr>
          <p:cNvSpPr>
            <a:spLocks xmlns:a="http://schemas.openxmlformats.org/drawingml/2006/main" noGrp="1"/>
          </p:cNvSpPr>
          <p:nvPr/>
        </p:nvSpPr>
        <p:spPr>
          <a:xfrm xmlns:a="http://schemas.openxmlformats.org/drawingml/2006/main">
            <a:off x="609600" y="46482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5CD3"/>
                </a:solidFill>
                <a:latin typeface="Noto Sans CJK JP"/>
                <a:ea typeface="Noto Sans CJK JP"/>
                <a:cs typeface="Noto Sans CJK JP"/>
              </a:defRPr>
            </a:pPr>
            <a:r>
              <a:rPr sz="1650" b="0">
                <a:solidFill>
                  <a:srgbClr val="175CD3"/>
                </a:solidFill>
                <a:latin typeface="Noto Sans CJK JP"/>
                <a:ea typeface="Noto Sans CJK JP"/>
                <a:cs typeface="Noto Sans CJK JP"/>
                <a:hlinkClick xmlns:r="http://schemas.openxmlformats.org/officeDocument/2006/relationships" r:id="Rce3bcbf84e23495d"/>
              </a:rPr>
              <a:t>https://www.postgresql.org/docs/current/ddl-constraints.html</a:t>
            </a:r>
          </a:p>
        </p:txBody>
      </p:sp>
      <p:sp>
        <p:nvSpPr>
          <p:cNvPr id="15" name="text-331">
            <a:extLst xmlns:a="http://schemas.openxmlformats.org/drawingml/2006/main">
              <a:ext uri="{FF2B5EF4-FFF2-40B4-BE49-F238E27FC236}">
                <a16:creationId xmlns:a16="http://schemas.microsoft.com/office/drawing/2014/main" id="{6395D034-451A-4C4D-9076-EC618D36A626}"/>
              </a:ext>
            </a:extLst>
          </p:cNvPr>
          <p:cNvSpPr>
            <a:spLocks xmlns:a="http://schemas.openxmlformats.org/drawingml/2006/main" noGrp="1"/>
          </p:cNvSpPr>
          <p:nvPr/>
        </p:nvSpPr>
        <p:spPr>
          <a:xfrm xmlns:a="http://schemas.openxmlformats.org/drawingml/2006/main">
            <a:off x="609600" y="4991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111"/>
                </a:solidFill>
                <a:latin typeface="Noto Sans CJK JP"/>
                <a:ea typeface="Noto Sans CJK JP"/>
                <a:cs typeface="Noto Sans CJK JP"/>
              </a:defRPr>
            </a:pPr>
            <a:r>
              <a:rPr sz="2175" b="1">
                <a:solidFill>
                  <a:srgbClr val="111111"/>
                </a:solidFill>
                <a:latin typeface="Noto Sans CJK JP"/>
                <a:ea typeface="Noto Sans CJK JP"/>
                <a:cs typeface="Noto Sans CJK JP"/>
              </a:rPr>
              <a:t>同時処理とトランザクション分離</a:t>
            </a:r>
          </a:p>
        </p:txBody>
      </p:sp>
      <p:sp>
        <p:nvSpPr>
          <p:cNvPr id="16" name="text-332">
            <a:extLst xmlns:a="http://schemas.openxmlformats.org/drawingml/2006/main">
              <a:ext uri="{FF2B5EF4-FFF2-40B4-BE49-F238E27FC236}">
                <a16:creationId xmlns:a16="http://schemas.microsoft.com/office/drawing/2014/main" id="{33D8832A-1123-4537-88CC-EFCCDC6B8E38}"/>
              </a:ext>
            </a:extLst>
          </p:cNvPr>
          <p:cNvSpPr>
            <a:spLocks xmlns:a="http://schemas.openxmlformats.org/drawingml/2006/main" noGrp="1"/>
          </p:cNvSpPr>
          <p:nvPr/>
        </p:nvSpPr>
        <p:spPr>
          <a:xfrm xmlns:a="http://schemas.openxmlformats.org/drawingml/2006/main">
            <a:off x="609600" y="53721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B606A"/>
                </a:solidFill>
                <a:latin typeface="Noto Sans CJK JP"/>
                <a:ea typeface="Noto Sans CJK JP"/>
                <a:cs typeface="Noto Sans CJK JP"/>
              </a:defRPr>
            </a:pPr>
            <a:r>
              <a:rPr sz="1725" b="0">
                <a:solidFill>
                  <a:srgbClr val="5B606A"/>
                </a:solidFill>
                <a:latin typeface="Noto Sans CJK JP"/>
                <a:ea typeface="Noto Sans CJK JP"/>
                <a:cs typeface="Noto Sans CJK JP"/>
              </a:rPr>
              <a:t>PostgreSQL｜Transaction Isolation</a:t>
            </a:r>
          </a:p>
        </p:txBody>
      </p:sp>
      <p:sp>
        <p:nvSpPr>
          <p:cNvPr id="17" name="text-333">
            <a:extLst xmlns:a="http://schemas.openxmlformats.org/drawingml/2006/main">
              <a:ext uri="{FF2B5EF4-FFF2-40B4-BE49-F238E27FC236}">
                <a16:creationId xmlns:a16="http://schemas.microsoft.com/office/drawing/2014/main" id="{00FD12DA-C4B4-4439-802B-52E3C1CD2159}"/>
              </a:ext>
            </a:extLst>
          </p:cNvPr>
          <p:cNvSpPr>
            <a:spLocks xmlns:a="http://schemas.openxmlformats.org/drawingml/2006/main" noGrp="1"/>
          </p:cNvSpPr>
          <p:nvPr/>
        </p:nvSpPr>
        <p:spPr>
          <a:xfrm xmlns:a="http://schemas.openxmlformats.org/drawingml/2006/main">
            <a:off x="609600" y="56769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5CD3"/>
                </a:solidFill>
                <a:latin typeface="Noto Sans CJK JP"/>
                <a:ea typeface="Noto Sans CJK JP"/>
                <a:cs typeface="Noto Sans CJK JP"/>
              </a:defRPr>
            </a:pPr>
            <a:r>
              <a:rPr sz="1650" b="0">
                <a:solidFill>
                  <a:srgbClr val="175CD3"/>
                </a:solidFill>
                <a:latin typeface="Noto Sans CJK JP"/>
                <a:ea typeface="Noto Sans CJK JP"/>
                <a:cs typeface="Noto Sans CJK JP"/>
                <a:hlinkClick xmlns:r="http://schemas.openxmlformats.org/officeDocument/2006/relationships" r:id="Refd609c5753b4ae7"/>
              </a:rPr>
              <a:t>https://www.postgresql.org/docs/current/transaction-iso.html</a:t>
            </a:r>
          </a:p>
        </p:txBody>
      </p:sp>
    </p:spTree>
    <p:extLst>
      <p:ext uri="{BB962C8B-B14F-4D97-AF65-F5344CB8AC3E}">
        <p14:creationId xmlns:p14="http://schemas.microsoft.com/office/powerpoint/2010/main" val="708530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2026-09-05T15:13:38.3540000Z</dcterms:created>
  <dcterms:modified xsi:type="dcterms:W3CDTF">2026-09-05T15:13:38.3540000Z</dcterms:modified>
</coreProperties>
</file>